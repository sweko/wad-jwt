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1175" r:id="rId4"/>
    <p:sldId id="1176" r:id="rId5"/>
    <p:sldId id="1183" r:id="rId6"/>
    <p:sldId id="1193" r:id="rId7"/>
    <p:sldId id="1194" r:id="rId8"/>
    <p:sldId id="1195" r:id="rId9"/>
    <p:sldId id="1196" r:id="rId10"/>
    <p:sldId id="1197" r:id="rId11"/>
    <p:sldId id="1198" r:id="rId12"/>
    <p:sldId id="1199" r:id="rId13"/>
    <p:sldId id="1190" r:id="rId14"/>
    <p:sldId id="1192" r:id="rId15"/>
  </p:sldIdLst>
  <p:sldSz cx="12192000" cy="6858000"/>
  <p:notesSz cx="6858000" cy="9144000"/>
  <p:defaultTextStyle>
    <a:defPPr>
      <a:defRPr lang="en-H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32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koslav Stefanovski" userId="bb32c3697bb3823c" providerId="LiveId" clId="{4CB54BE4-A361-4132-878E-F443C8465F0E}"/>
    <pc:docChg chg="undo redo custSel delSld modSld">
      <pc:chgData name="Wekoslav Stefanovski" userId="bb32c3697bb3823c" providerId="LiveId" clId="{4CB54BE4-A361-4132-878E-F443C8465F0E}" dt="2026-07-05T17:20:58.393" v="92" actId="1076"/>
      <pc:docMkLst>
        <pc:docMk/>
      </pc:docMkLst>
      <pc:sldChg chg="addSp delSp modSp mod">
        <pc:chgData name="Wekoslav Stefanovski" userId="bb32c3697bb3823c" providerId="LiveId" clId="{4CB54BE4-A361-4132-878E-F443C8465F0E}" dt="2026-07-05T17:11:46.174" v="53" actId="14100"/>
        <pc:sldMkLst>
          <pc:docMk/>
          <pc:sldMk cId="1518647056" sldId="256"/>
        </pc:sldMkLst>
        <pc:spChg chg="mod">
          <ac:chgData name="Wekoslav Stefanovski" userId="bb32c3697bb3823c" providerId="LiveId" clId="{4CB54BE4-A361-4132-878E-F443C8465F0E}" dt="2026-07-05T17:11:12.028" v="46" actId="20577"/>
          <ac:spMkLst>
            <pc:docMk/>
            <pc:sldMk cId="1518647056" sldId="256"/>
            <ac:spMk id="6" creationId="{17E8C812-9EB6-EDA3-1090-BACC7F2C1470}"/>
          </ac:spMkLst>
        </pc:spChg>
        <pc:picChg chg="add del mod modCrop">
          <ac:chgData name="Wekoslav Stefanovski" userId="bb32c3697bb3823c" providerId="LiveId" clId="{4CB54BE4-A361-4132-878E-F443C8465F0E}" dt="2026-07-05T17:11:46.174" v="53" actId="14100"/>
          <ac:picMkLst>
            <pc:docMk/>
            <pc:sldMk cId="1518647056" sldId="256"/>
            <ac:picMk id="5" creationId="{DF9A9711-46A1-0E4C-90B8-DF9A842C988E}"/>
          </ac:picMkLst>
        </pc:picChg>
      </pc:sldChg>
      <pc:sldChg chg="delSp mod setBg">
        <pc:chgData name="Wekoslav Stefanovski" userId="bb32c3697bb3823c" providerId="LiveId" clId="{4CB54BE4-A361-4132-878E-F443C8465F0E}" dt="2026-07-05T17:19:49.096" v="62" actId="478"/>
        <pc:sldMkLst>
          <pc:docMk/>
          <pc:sldMk cId="362077527" sldId="258"/>
        </pc:sldMkLst>
        <pc:picChg chg="del">
          <ac:chgData name="Wekoslav Stefanovski" userId="bb32c3697bb3823c" providerId="LiveId" clId="{4CB54BE4-A361-4132-878E-F443C8465F0E}" dt="2026-07-05T17:19:49.096" v="62" actId="478"/>
          <ac:picMkLst>
            <pc:docMk/>
            <pc:sldMk cId="362077527" sldId="258"/>
            <ac:picMk id="16" creationId="{3CE2BBDD-90B5-E344-8143-32FC837F35C9}"/>
          </ac:picMkLst>
        </pc:picChg>
      </pc:sldChg>
      <pc:sldChg chg="del">
        <pc:chgData name="Wekoslav Stefanovski" userId="bb32c3697bb3823c" providerId="LiveId" clId="{4CB54BE4-A361-4132-878E-F443C8465F0E}" dt="2026-07-05T17:10:20.511" v="2" actId="47"/>
        <pc:sldMkLst>
          <pc:docMk/>
          <pc:sldMk cId="929370881" sldId="1173"/>
        </pc:sldMkLst>
      </pc:sldChg>
      <pc:sldChg chg="delSp mod">
        <pc:chgData name="Wekoslav Stefanovski" userId="bb32c3697bb3823c" providerId="LiveId" clId="{4CB54BE4-A361-4132-878E-F443C8465F0E}" dt="2026-07-05T17:20:04.927" v="65" actId="478"/>
        <pc:sldMkLst>
          <pc:docMk/>
          <pc:sldMk cId="3793018498" sldId="1175"/>
        </pc:sldMkLst>
        <pc:picChg chg="del">
          <ac:chgData name="Wekoslav Stefanovski" userId="bb32c3697bb3823c" providerId="LiveId" clId="{4CB54BE4-A361-4132-878E-F443C8465F0E}" dt="2026-07-05T17:20:04.927" v="65" actId="478"/>
          <ac:picMkLst>
            <pc:docMk/>
            <pc:sldMk cId="3793018498" sldId="1175"/>
            <ac:picMk id="16" creationId="{3CE2BBDD-90B5-E344-8143-32FC837F35C9}"/>
          </ac:picMkLst>
        </pc:picChg>
      </pc:sldChg>
      <pc:sldChg chg="delSp modSp mod">
        <pc:chgData name="Wekoslav Stefanovski" userId="bb32c3697bb3823c" providerId="LiveId" clId="{4CB54BE4-A361-4132-878E-F443C8465F0E}" dt="2026-07-05T17:20:11.903" v="67" actId="1076"/>
        <pc:sldMkLst>
          <pc:docMk/>
          <pc:sldMk cId="1108613005" sldId="1176"/>
        </pc:sldMkLst>
        <pc:picChg chg="mod">
          <ac:chgData name="Wekoslav Stefanovski" userId="bb32c3697bb3823c" providerId="LiveId" clId="{4CB54BE4-A361-4132-878E-F443C8465F0E}" dt="2026-07-05T17:20:11.903" v="67" actId="1076"/>
          <ac:picMkLst>
            <pc:docMk/>
            <pc:sldMk cId="1108613005" sldId="1176"/>
            <ac:picMk id="3" creationId="{96215CF5-E913-52EB-87DF-DACB1C4F457E}"/>
          </ac:picMkLst>
        </pc:picChg>
        <pc:picChg chg="del">
          <ac:chgData name="Wekoslav Stefanovski" userId="bb32c3697bb3823c" providerId="LiveId" clId="{4CB54BE4-A361-4132-878E-F443C8465F0E}" dt="2026-07-05T17:20:00.819" v="64" actId="478"/>
          <ac:picMkLst>
            <pc:docMk/>
            <pc:sldMk cId="1108613005" sldId="1176"/>
            <ac:picMk id="16" creationId="{3CE2BBDD-90B5-E344-8143-32FC837F35C9}"/>
          </ac:picMkLst>
        </pc:picChg>
      </pc:sldChg>
      <pc:sldChg chg="delSp mod">
        <pc:chgData name="Wekoslav Stefanovski" userId="bb32c3697bb3823c" providerId="LiveId" clId="{4CB54BE4-A361-4132-878E-F443C8465F0E}" dt="2026-07-05T17:20:17.134" v="68" actId="478"/>
        <pc:sldMkLst>
          <pc:docMk/>
          <pc:sldMk cId="3871580267" sldId="1183"/>
        </pc:sldMkLst>
        <pc:picChg chg="del">
          <ac:chgData name="Wekoslav Stefanovski" userId="bb32c3697bb3823c" providerId="LiveId" clId="{4CB54BE4-A361-4132-878E-F443C8465F0E}" dt="2026-07-05T17:20:17.134" v="68" actId="478"/>
          <ac:picMkLst>
            <pc:docMk/>
            <pc:sldMk cId="3871580267" sldId="1183"/>
            <ac:picMk id="16" creationId="{3CE2BBDD-90B5-E344-8143-32FC837F35C9}"/>
          </ac:picMkLst>
        </pc:picChg>
      </pc:sldChg>
      <pc:sldChg chg="addSp delSp modSp mod">
        <pc:chgData name="Wekoslav Stefanovski" userId="bb32c3697bb3823c" providerId="LiveId" clId="{4CB54BE4-A361-4132-878E-F443C8465F0E}" dt="2026-07-05T17:20:35.523" v="76" actId="478"/>
        <pc:sldMkLst>
          <pc:docMk/>
          <pc:sldMk cId="3686968483" sldId="1190"/>
        </pc:sldMkLst>
        <pc:spChg chg="mod">
          <ac:chgData name="Wekoslav Stefanovski" userId="bb32c3697bb3823c" providerId="LiveId" clId="{4CB54BE4-A361-4132-878E-F443C8465F0E}" dt="2026-07-05T17:10:46.423" v="33" actId="20577"/>
          <ac:spMkLst>
            <pc:docMk/>
            <pc:sldMk cId="3686968483" sldId="1190"/>
            <ac:spMk id="9" creationId="{CA913D58-CDC6-F195-1256-4116B7B5DA91}"/>
          </ac:spMkLst>
        </pc:spChg>
        <pc:picChg chg="add del mod">
          <ac:chgData name="Wekoslav Stefanovski" userId="bb32c3697bb3823c" providerId="LiveId" clId="{4CB54BE4-A361-4132-878E-F443C8465F0E}" dt="2026-07-05T17:12:05.832" v="56" actId="478"/>
          <ac:picMkLst>
            <pc:docMk/>
            <pc:sldMk cId="3686968483" sldId="1190"/>
            <ac:picMk id="2" creationId="{04D69389-C746-5AA4-7EEB-445492903337}"/>
          </ac:picMkLst>
        </pc:picChg>
        <pc:picChg chg="del">
          <ac:chgData name="Wekoslav Stefanovski" userId="bb32c3697bb3823c" providerId="LiveId" clId="{4CB54BE4-A361-4132-878E-F443C8465F0E}" dt="2026-07-05T17:11:59.999" v="54" actId="478"/>
          <ac:picMkLst>
            <pc:docMk/>
            <pc:sldMk cId="3686968483" sldId="1190"/>
            <ac:picMk id="8" creationId="{25DC7EBB-BECD-CC2F-ADE5-B64DA3C7E098}"/>
          </ac:picMkLst>
        </pc:picChg>
        <pc:picChg chg="del">
          <ac:chgData name="Wekoslav Stefanovski" userId="bb32c3697bb3823c" providerId="LiveId" clId="{4CB54BE4-A361-4132-878E-F443C8465F0E}" dt="2026-07-05T17:20:35.523" v="76" actId="478"/>
          <ac:picMkLst>
            <pc:docMk/>
            <pc:sldMk cId="3686968483" sldId="1190"/>
            <ac:picMk id="16" creationId="{3CE2BBDD-90B5-E344-8143-32FC837F35C9}"/>
          </ac:picMkLst>
        </pc:picChg>
      </pc:sldChg>
      <pc:sldChg chg="del">
        <pc:chgData name="Wekoslav Stefanovski" userId="bb32c3697bb3823c" providerId="LiveId" clId="{4CB54BE4-A361-4132-878E-F443C8465F0E}" dt="2026-07-05T17:11:02.453" v="41" actId="47"/>
        <pc:sldMkLst>
          <pc:docMk/>
          <pc:sldMk cId="3773340509" sldId="1191"/>
        </pc:sldMkLst>
      </pc:sldChg>
      <pc:sldChg chg="delSp modSp mod">
        <pc:chgData name="Wekoslav Stefanovski" userId="bb32c3697bb3823c" providerId="LiveId" clId="{4CB54BE4-A361-4132-878E-F443C8465F0E}" dt="2026-07-05T17:20:58.393" v="92" actId="1076"/>
        <pc:sldMkLst>
          <pc:docMk/>
          <pc:sldMk cId="1638643873" sldId="1192"/>
        </pc:sldMkLst>
        <pc:spChg chg="mod">
          <ac:chgData name="Wekoslav Stefanovski" userId="bb32c3697bb3823c" providerId="LiveId" clId="{4CB54BE4-A361-4132-878E-F443C8465F0E}" dt="2026-07-05T17:20:50.643" v="89" actId="1076"/>
          <ac:spMkLst>
            <pc:docMk/>
            <pc:sldMk cId="1638643873" sldId="1192"/>
            <ac:spMk id="3" creationId="{81A57FE6-FE15-041B-441D-D82CC069B09E}"/>
          </ac:spMkLst>
        </pc:spChg>
        <pc:spChg chg="mod">
          <ac:chgData name="Wekoslav Stefanovski" userId="bb32c3697bb3823c" providerId="LiveId" clId="{4CB54BE4-A361-4132-878E-F443C8465F0E}" dt="2026-07-05T17:20:58.393" v="92" actId="1076"/>
          <ac:spMkLst>
            <pc:docMk/>
            <pc:sldMk cId="1638643873" sldId="1192"/>
            <ac:spMk id="9" creationId="{CA913D58-CDC6-F195-1256-4116B7B5DA91}"/>
          </ac:spMkLst>
        </pc:spChg>
        <pc:picChg chg="del">
          <ac:chgData name="Wekoslav Stefanovski" userId="bb32c3697bb3823c" providerId="LiveId" clId="{4CB54BE4-A361-4132-878E-F443C8465F0E}" dt="2026-07-05T17:12:14.666" v="57" actId="478"/>
          <ac:picMkLst>
            <pc:docMk/>
            <pc:sldMk cId="1638643873" sldId="1192"/>
            <ac:picMk id="8" creationId="{25DC7EBB-BECD-CC2F-ADE5-B64DA3C7E098}"/>
          </ac:picMkLst>
        </pc:picChg>
        <pc:picChg chg="del">
          <ac:chgData name="Wekoslav Stefanovski" userId="bb32c3697bb3823c" providerId="LiveId" clId="{4CB54BE4-A361-4132-878E-F443C8465F0E}" dt="2026-07-05T17:20:38.130" v="77" actId="478"/>
          <ac:picMkLst>
            <pc:docMk/>
            <pc:sldMk cId="1638643873" sldId="1192"/>
            <ac:picMk id="16" creationId="{3CE2BBDD-90B5-E344-8143-32FC837F35C9}"/>
          </ac:picMkLst>
        </pc:picChg>
      </pc:sldChg>
      <pc:sldChg chg="delSp mod">
        <pc:chgData name="Wekoslav Stefanovski" userId="bb32c3697bb3823c" providerId="LiveId" clId="{4CB54BE4-A361-4132-878E-F443C8465F0E}" dt="2026-07-05T17:20:19.721" v="69" actId="478"/>
        <pc:sldMkLst>
          <pc:docMk/>
          <pc:sldMk cId="3012992275" sldId="1193"/>
        </pc:sldMkLst>
        <pc:picChg chg="del">
          <ac:chgData name="Wekoslav Stefanovski" userId="bb32c3697bb3823c" providerId="LiveId" clId="{4CB54BE4-A361-4132-878E-F443C8465F0E}" dt="2026-07-05T17:20:19.721" v="69" actId="478"/>
          <ac:picMkLst>
            <pc:docMk/>
            <pc:sldMk cId="3012992275" sldId="1193"/>
            <ac:picMk id="16" creationId="{3CE2BBDD-90B5-E344-8143-32FC837F35C9}"/>
          </ac:picMkLst>
        </pc:picChg>
      </pc:sldChg>
      <pc:sldChg chg="delSp mod">
        <pc:chgData name="Wekoslav Stefanovski" userId="bb32c3697bb3823c" providerId="LiveId" clId="{4CB54BE4-A361-4132-878E-F443C8465F0E}" dt="2026-07-05T17:20:23.445" v="70" actId="478"/>
        <pc:sldMkLst>
          <pc:docMk/>
          <pc:sldMk cId="2108877441" sldId="1194"/>
        </pc:sldMkLst>
        <pc:picChg chg="del">
          <ac:chgData name="Wekoslav Stefanovski" userId="bb32c3697bb3823c" providerId="LiveId" clId="{4CB54BE4-A361-4132-878E-F443C8465F0E}" dt="2026-07-05T17:20:23.445" v="70" actId="478"/>
          <ac:picMkLst>
            <pc:docMk/>
            <pc:sldMk cId="2108877441" sldId="1194"/>
            <ac:picMk id="16" creationId="{3CE2BBDD-90B5-E344-8143-32FC837F35C9}"/>
          </ac:picMkLst>
        </pc:picChg>
      </pc:sldChg>
      <pc:sldChg chg="delSp mod">
        <pc:chgData name="Wekoslav Stefanovski" userId="bb32c3697bb3823c" providerId="LiveId" clId="{4CB54BE4-A361-4132-878E-F443C8465F0E}" dt="2026-07-05T17:20:25.529" v="71" actId="478"/>
        <pc:sldMkLst>
          <pc:docMk/>
          <pc:sldMk cId="4008552183" sldId="1195"/>
        </pc:sldMkLst>
        <pc:picChg chg="del">
          <ac:chgData name="Wekoslav Stefanovski" userId="bb32c3697bb3823c" providerId="LiveId" clId="{4CB54BE4-A361-4132-878E-F443C8465F0E}" dt="2026-07-05T17:20:25.529" v="71" actId="478"/>
          <ac:picMkLst>
            <pc:docMk/>
            <pc:sldMk cId="4008552183" sldId="1195"/>
            <ac:picMk id="16" creationId="{3CE2BBDD-90B5-E344-8143-32FC837F35C9}"/>
          </ac:picMkLst>
        </pc:picChg>
      </pc:sldChg>
      <pc:sldChg chg="delSp mod">
        <pc:chgData name="Wekoslav Stefanovski" userId="bb32c3697bb3823c" providerId="LiveId" clId="{4CB54BE4-A361-4132-878E-F443C8465F0E}" dt="2026-07-05T17:20:27.628" v="72" actId="478"/>
        <pc:sldMkLst>
          <pc:docMk/>
          <pc:sldMk cId="1879909910" sldId="1196"/>
        </pc:sldMkLst>
        <pc:picChg chg="del">
          <ac:chgData name="Wekoslav Stefanovski" userId="bb32c3697bb3823c" providerId="LiveId" clId="{4CB54BE4-A361-4132-878E-F443C8465F0E}" dt="2026-07-05T17:20:27.628" v="72" actId="478"/>
          <ac:picMkLst>
            <pc:docMk/>
            <pc:sldMk cId="1879909910" sldId="1196"/>
            <ac:picMk id="16" creationId="{3CE2BBDD-90B5-E344-8143-32FC837F35C9}"/>
          </ac:picMkLst>
        </pc:picChg>
      </pc:sldChg>
      <pc:sldChg chg="delSp mod">
        <pc:chgData name="Wekoslav Stefanovski" userId="bb32c3697bb3823c" providerId="LiveId" clId="{4CB54BE4-A361-4132-878E-F443C8465F0E}" dt="2026-07-05T17:20:29.553" v="73" actId="478"/>
        <pc:sldMkLst>
          <pc:docMk/>
          <pc:sldMk cId="1334897582" sldId="1197"/>
        </pc:sldMkLst>
        <pc:picChg chg="del">
          <ac:chgData name="Wekoslav Stefanovski" userId="bb32c3697bb3823c" providerId="LiveId" clId="{4CB54BE4-A361-4132-878E-F443C8465F0E}" dt="2026-07-05T17:20:29.553" v="73" actId="478"/>
          <ac:picMkLst>
            <pc:docMk/>
            <pc:sldMk cId="1334897582" sldId="1197"/>
            <ac:picMk id="16" creationId="{3CE2BBDD-90B5-E344-8143-32FC837F35C9}"/>
          </ac:picMkLst>
        </pc:picChg>
      </pc:sldChg>
      <pc:sldChg chg="delSp mod">
        <pc:chgData name="Wekoslav Stefanovski" userId="bb32c3697bb3823c" providerId="LiveId" clId="{4CB54BE4-A361-4132-878E-F443C8465F0E}" dt="2026-07-05T17:20:31.482" v="74" actId="478"/>
        <pc:sldMkLst>
          <pc:docMk/>
          <pc:sldMk cId="1310152755" sldId="1198"/>
        </pc:sldMkLst>
        <pc:picChg chg="del">
          <ac:chgData name="Wekoslav Stefanovski" userId="bb32c3697bb3823c" providerId="LiveId" clId="{4CB54BE4-A361-4132-878E-F443C8465F0E}" dt="2026-07-05T17:20:31.482" v="74" actId="478"/>
          <ac:picMkLst>
            <pc:docMk/>
            <pc:sldMk cId="1310152755" sldId="1198"/>
            <ac:picMk id="16" creationId="{3CE2BBDD-90B5-E344-8143-32FC837F35C9}"/>
          </ac:picMkLst>
        </pc:picChg>
      </pc:sldChg>
      <pc:sldChg chg="delSp mod">
        <pc:chgData name="Wekoslav Stefanovski" userId="bb32c3697bb3823c" providerId="LiveId" clId="{4CB54BE4-A361-4132-878E-F443C8465F0E}" dt="2026-07-05T17:20:33.447" v="75" actId="478"/>
        <pc:sldMkLst>
          <pc:docMk/>
          <pc:sldMk cId="2392382464" sldId="1199"/>
        </pc:sldMkLst>
        <pc:picChg chg="del">
          <ac:chgData name="Wekoslav Stefanovski" userId="bb32c3697bb3823c" providerId="LiveId" clId="{4CB54BE4-A361-4132-878E-F443C8465F0E}" dt="2026-07-05T17:20:33.447" v="75" actId="478"/>
          <ac:picMkLst>
            <pc:docMk/>
            <pc:sldMk cId="2392382464" sldId="1199"/>
            <ac:picMk id="16" creationId="{3CE2BBDD-90B5-E344-8143-32FC837F35C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D3ED47-EC81-6841-BC59-C686B33DCFE3}" type="datetimeFigureOut">
              <a:rPr lang="hr-HR" smtClean="0"/>
              <a:t>5.7.2026.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BDD40D-D6F1-4840-A37D-1A8F2648508B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29593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pt Title/16pt Text - Blue">
    <p:bg>
      <p:bgPr>
        <a:gradFill>
          <a:gsLst>
            <a:gs pos="0">
              <a:schemeClr val="accent3">
                <a:lumMod val="40000"/>
                <a:lumOff val="60000"/>
              </a:schemeClr>
            </a:gs>
            <a:gs pos="61000">
              <a:schemeClr val="accent3">
                <a:lumMod val="95000"/>
                <a:lumOff val="5000"/>
              </a:schemeClr>
            </a:gs>
            <a:gs pos="100000">
              <a:srgbClr val="2A479C"/>
            </a:gs>
          </a:gsLst>
          <a:path path="circle">
            <a:fillToRect t="100000" r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41" y="259792"/>
            <a:ext cx="8964247" cy="3318797"/>
          </a:xfrm>
        </p:spPr>
        <p:txBody>
          <a:bodyPr lIns="146304" tIns="91440" rIns="146304" bIns="91440"/>
          <a:lstStyle>
            <a:lvl1pPr>
              <a:lnSpc>
                <a:spcPts val="6176"/>
              </a:lnSpc>
              <a:defRPr sz="5686" b="0" i="0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Lorem ipsum dolor sit</a:t>
            </a:r>
            <a:br>
              <a:rPr lang="en-US"/>
            </a:b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</a:t>
            </a:r>
            <a:br>
              <a:rPr lang="en-US"/>
            </a:br>
            <a:r>
              <a:rPr lang="en-US" err="1"/>
              <a:t>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.</a:t>
            </a:r>
            <a:br>
              <a:rPr lang="en-US"/>
            </a:br>
            <a:r>
              <a:rPr lang="en-US"/>
              <a:t>Cum sociis </a:t>
            </a:r>
            <a:r>
              <a:rPr lang="en-US" err="1"/>
              <a:t>natoque</a:t>
            </a:r>
            <a:r>
              <a:rPr lang="en-US"/>
              <a:t>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269239" y="3877276"/>
            <a:ext cx="5378549" cy="2420379"/>
          </a:xfrm>
        </p:spPr>
        <p:txBody>
          <a:bodyPr/>
          <a:lstStyle>
            <a:lvl1pPr marL="0" indent="0">
              <a:lnSpc>
                <a:spcPts val="1765"/>
              </a:lnSpc>
              <a:spcBef>
                <a:spcPts val="1176"/>
              </a:spcBef>
              <a:buNone/>
              <a:defRPr sz="1568" b="0" i="0" baseline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0" indent="0">
              <a:lnSpc>
                <a:spcPts val="1765"/>
              </a:lnSpc>
              <a:spcBef>
                <a:spcPts val="1176"/>
              </a:spcBef>
              <a:buNone/>
              <a:defRPr sz="1568"/>
            </a:lvl2pPr>
            <a:lvl3pPr marL="0" indent="0">
              <a:lnSpc>
                <a:spcPts val="1765"/>
              </a:lnSpc>
              <a:spcBef>
                <a:spcPts val="1176"/>
              </a:spcBef>
              <a:buNone/>
              <a:defRPr sz="1568"/>
            </a:lvl3pPr>
            <a:lvl4pPr marL="0" indent="0">
              <a:lnSpc>
                <a:spcPts val="1765"/>
              </a:lnSpc>
              <a:spcBef>
                <a:spcPts val="1176"/>
              </a:spcBef>
              <a:buNone/>
              <a:defRPr sz="1568"/>
            </a:lvl4pPr>
            <a:lvl5pPr marL="0" indent="0">
              <a:lnSpc>
                <a:spcPts val="1765"/>
              </a:lnSpc>
              <a:spcBef>
                <a:spcPts val="1176"/>
              </a:spcBef>
              <a:buNone/>
              <a:defRPr sz="1568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Nunc et </a:t>
            </a:r>
            <a:r>
              <a:rPr lang="en-US" err="1"/>
              <a:t>sagittis</a:t>
            </a:r>
            <a:r>
              <a:rPr lang="en-US"/>
              <a:t> ligula, non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Aenean </a:t>
            </a:r>
            <a:r>
              <a:rPr lang="en-US" err="1"/>
              <a:t>porttitor</a:t>
            </a:r>
            <a:r>
              <a:rPr lang="en-US"/>
              <a:t> pulvinar lorem,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tempus, </a:t>
            </a:r>
            <a:r>
              <a:rPr lang="en-US" err="1"/>
              <a:t>volutpat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, </a:t>
            </a:r>
            <a:r>
              <a:rPr lang="en-US" err="1"/>
              <a:t>eleifend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</a:t>
            </a:r>
          </a:p>
          <a:p>
            <a:pPr lvl="0"/>
            <a:r>
              <a:rPr lang="en-US"/>
              <a:t>Cum sociis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 et </a:t>
            </a:r>
            <a:r>
              <a:rPr lang="en-US" err="1"/>
              <a:t>magnis</a:t>
            </a:r>
            <a:r>
              <a:rPr lang="en-US"/>
              <a:t> dis parturient </a:t>
            </a:r>
            <a:r>
              <a:rPr lang="en-US" err="1"/>
              <a:t>montes</a:t>
            </a:r>
            <a:r>
              <a:rPr lang="en-US"/>
              <a:t>, </a:t>
            </a:r>
            <a:r>
              <a:rPr lang="en-US" err="1"/>
              <a:t>nascetur</a:t>
            </a:r>
            <a:r>
              <a:rPr lang="en-US"/>
              <a:t> </a:t>
            </a:r>
            <a:r>
              <a:rPr lang="en-US" err="1"/>
              <a:t>ridiculus</a:t>
            </a:r>
            <a:r>
              <a:rPr lang="en-US"/>
              <a:t> mus. </a:t>
            </a:r>
            <a:r>
              <a:rPr lang="en-US" err="1"/>
              <a:t>Nullam</a:t>
            </a:r>
            <a:r>
              <a:rPr lang="en-US"/>
              <a:t> tempus lorem </a:t>
            </a:r>
            <a:r>
              <a:rPr lang="en-US" err="1"/>
              <a:t>justo</a:t>
            </a:r>
            <a:r>
              <a:rPr lang="en-US"/>
              <a:t>, ac </a:t>
            </a:r>
            <a:r>
              <a:rPr lang="en-US" err="1"/>
              <a:t>placerat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molestie</a:t>
            </a:r>
            <a:r>
              <a:rPr lang="en-US"/>
              <a:t> </a:t>
            </a:r>
            <a:r>
              <a:rPr lang="en-US" err="1"/>
              <a:t>ut.</a:t>
            </a:r>
            <a:r>
              <a:rPr lang="en-US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F775E2-0D60-41F1-B2B2-F7EC69E621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72911" y="554978"/>
            <a:ext cx="1616765" cy="161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911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pt Title/24p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41" y="259792"/>
            <a:ext cx="8964247" cy="1793104"/>
          </a:xfrm>
        </p:spPr>
        <p:txBody>
          <a:bodyPr lIns="146304" tIns="91440" rIns="146304" bIns="91440"/>
          <a:lstStyle>
            <a:lvl1pPr>
              <a:lnSpc>
                <a:spcPts val="6176"/>
              </a:lnSpc>
              <a:defRPr sz="5686" b="0" i="0" baseline="0">
                <a:solidFill>
                  <a:srgbClr val="1B75BC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sit</a:t>
            </a:r>
            <a:br>
              <a:rPr lang="en-US"/>
            </a:b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consectetuer</a:t>
            </a:r>
            <a:r>
              <a:rPr lang="en-US"/>
              <a:t> </a:t>
            </a:r>
            <a:r>
              <a:rPr lang="en-US" err="1"/>
              <a:t>adipi</a:t>
            </a:r>
            <a:r>
              <a:rPr lang="en-US"/>
              <a:t>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269239" y="2801420"/>
            <a:ext cx="7519275" cy="3406581"/>
          </a:xfrm>
        </p:spPr>
        <p:txBody>
          <a:bodyPr/>
          <a:lstStyle>
            <a:lvl1pPr marL="0" indent="0">
              <a:lnSpc>
                <a:spcPts val="2549"/>
              </a:lnSpc>
              <a:spcBef>
                <a:spcPts val="2941"/>
              </a:spcBef>
              <a:buNone/>
              <a:defRPr sz="2353" b="0" i="0" baseline="0">
                <a:solidFill>
                  <a:srgbClr val="00AEEF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0" indent="0">
              <a:lnSpc>
                <a:spcPts val="1765"/>
              </a:lnSpc>
              <a:spcBef>
                <a:spcPts val="1176"/>
              </a:spcBef>
              <a:buNone/>
              <a:defRPr sz="1568"/>
            </a:lvl2pPr>
            <a:lvl3pPr marL="0" indent="0">
              <a:lnSpc>
                <a:spcPts val="1765"/>
              </a:lnSpc>
              <a:spcBef>
                <a:spcPts val="1176"/>
              </a:spcBef>
              <a:buNone/>
              <a:defRPr sz="1568"/>
            </a:lvl3pPr>
            <a:lvl4pPr marL="0" indent="0">
              <a:lnSpc>
                <a:spcPts val="1765"/>
              </a:lnSpc>
              <a:spcBef>
                <a:spcPts val="1176"/>
              </a:spcBef>
              <a:buNone/>
              <a:defRPr sz="1568"/>
            </a:lvl4pPr>
            <a:lvl5pPr marL="0" indent="0">
              <a:lnSpc>
                <a:spcPts val="1765"/>
              </a:lnSpc>
              <a:spcBef>
                <a:spcPts val="1176"/>
              </a:spcBef>
              <a:buNone/>
              <a:defRPr sz="1568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br>
              <a:rPr lang="en-US"/>
            </a:br>
            <a:r>
              <a:rPr lang="en-US" err="1"/>
              <a:t>elit</a:t>
            </a:r>
            <a:r>
              <a:rPr lang="en-US"/>
              <a:t>. Nunc et </a:t>
            </a:r>
            <a:r>
              <a:rPr lang="en-US" err="1"/>
              <a:t>sagittis</a:t>
            </a:r>
            <a:r>
              <a:rPr lang="en-US"/>
              <a:t> ligula, non </a:t>
            </a:r>
            <a:r>
              <a:rPr lang="en-US" err="1"/>
              <a:t>laoreet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</a:p>
          <a:p>
            <a:pPr lvl="0"/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porttitor</a:t>
            </a:r>
            <a:r>
              <a:rPr lang="en-US"/>
              <a:t> pulvinar lorem,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tempus. </a:t>
            </a:r>
          </a:p>
          <a:p>
            <a:pPr lvl="0"/>
            <a:r>
              <a:rPr lang="en-US"/>
              <a:t>Cum </a:t>
            </a:r>
            <a:r>
              <a:rPr lang="en-US" err="1"/>
              <a:t>sociis</a:t>
            </a:r>
            <a:r>
              <a:rPr lang="en-US"/>
              <a:t>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 et </a:t>
            </a:r>
            <a:r>
              <a:rPr lang="en-US" err="1"/>
              <a:t>magnis</a:t>
            </a:r>
            <a:r>
              <a:rPr lang="en-US"/>
              <a:t> dis parturient </a:t>
            </a:r>
            <a:r>
              <a:rPr lang="en-US" err="1"/>
              <a:t>montes</a:t>
            </a:r>
            <a:r>
              <a:rPr lang="en-US"/>
              <a:t>, </a:t>
            </a:r>
            <a:r>
              <a:rPr lang="en-US" err="1"/>
              <a:t>nascetur</a:t>
            </a:r>
            <a:r>
              <a:rPr lang="en-US"/>
              <a:t> </a:t>
            </a:r>
            <a:r>
              <a:rPr lang="en-US" err="1"/>
              <a:t>ridiculus</a:t>
            </a:r>
            <a:r>
              <a:rPr lang="en-US"/>
              <a:t> mus.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36E256-BF1C-A64A-8BF4-8E84BFB358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619700" y="4273656"/>
            <a:ext cx="2303061" cy="230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781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CA01E9A-9745-3F43-9BD1-3DF83E77FE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165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onzor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C224E329-A54D-E80F-C53B-AF9C9FC441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04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39E3B-E5BD-6448-853F-63E4D867A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610C2-DAA7-A74B-99A6-EDFBB2F36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5E7C9-CC84-4D47-AFA5-8DDBA6D3B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8C45A-3999-694D-A62F-1D85A5048A28}" type="datetimeFigureOut">
              <a:rPr lang="hr-HR" smtClean="0"/>
              <a:t>5.7.2026.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98004-C391-3641-BBD5-0C1A6703E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27A2D-A827-8846-BE6B-CC5163450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9AFE-FC99-E944-B993-78D7BC09A61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46569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E3D5958-E192-4D93-ACFD-5CEE2E08F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99872" y="96380"/>
            <a:ext cx="6627148" cy="6627148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3679609" y="4044164"/>
            <a:ext cx="2205205" cy="2205518"/>
          </a:xfrm>
          <a:solidFill>
            <a:schemeClr val="bg1"/>
          </a:solidFill>
        </p:spPr>
        <p:txBody>
          <a:bodyPr/>
          <a:lstStyle>
            <a:lvl1pPr marL="0" indent="0">
              <a:lnSpc>
                <a:spcPts val="3627"/>
              </a:lnSpc>
              <a:spcBef>
                <a:spcPts val="0"/>
              </a:spcBef>
              <a:buNone/>
              <a:defRPr sz="3137" b="1" i="0">
                <a:solidFill>
                  <a:schemeClr val="tx1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  <a:lvl2pPr marL="336145" indent="0">
              <a:buNone/>
              <a:defRPr sz="3137"/>
            </a:lvl2pPr>
            <a:lvl3pPr marL="560241" indent="0">
              <a:buNone/>
              <a:defRPr sz="3137"/>
            </a:lvl3pPr>
            <a:lvl4pPr marL="784338" indent="0">
              <a:buNone/>
              <a:defRPr sz="3137"/>
            </a:lvl4pPr>
            <a:lvl5pPr marL="1008435" indent="0">
              <a:buNone/>
              <a:defRPr sz="3137"/>
            </a:lvl5pPr>
          </a:lstStyle>
          <a:p>
            <a:pPr lvl="0"/>
            <a:r>
              <a:rPr lang="en-US"/>
              <a:t>Quote</a:t>
            </a:r>
          </a:p>
          <a:p>
            <a:pPr lvl="0"/>
            <a:r>
              <a:rPr lang="en-US"/>
              <a:t>statement</a:t>
            </a:r>
          </a:p>
          <a:p>
            <a:pPr lvl="0"/>
            <a:r>
              <a:rPr lang="en-US"/>
              <a:t>here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477142" y="2496828"/>
            <a:ext cx="627497" cy="627586"/>
          </a:xfrm>
          <a:solidFill>
            <a:schemeClr val="bg1"/>
          </a:solidFill>
        </p:spPr>
        <p:txBody>
          <a:bodyPr anchor="ctr"/>
          <a:lstStyle>
            <a:lvl1pPr marL="0" indent="0">
              <a:lnSpc>
                <a:spcPts val="588"/>
              </a:lnSpc>
              <a:spcBef>
                <a:spcPts val="0"/>
              </a:spcBef>
              <a:buNone/>
              <a:defRPr sz="588">
                <a:solidFill>
                  <a:schemeClr val="bg1"/>
                </a:solidFill>
              </a:defRPr>
            </a:lvl1pPr>
            <a:lvl2pPr marL="336145" indent="0">
              <a:buNone/>
              <a:defRPr sz="3137"/>
            </a:lvl2pPr>
            <a:lvl3pPr marL="560241" indent="0">
              <a:buNone/>
              <a:defRPr sz="3137"/>
            </a:lvl3pPr>
            <a:lvl4pPr marL="784338" indent="0">
              <a:buNone/>
              <a:defRPr sz="3137"/>
            </a:lvl4pPr>
            <a:lvl5pPr marL="1008435" indent="0">
              <a:buNone/>
              <a:defRPr sz="3137"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6133740" y="574825"/>
            <a:ext cx="627497" cy="627586"/>
          </a:xfrm>
          <a:solidFill>
            <a:schemeClr val="bg1"/>
          </a:solidFill>
        </p:spPr>
        <p:txBody>
          <a:bodyPr anchor="ctr"/>
          <a:lstStyle>
            <a:lvl1pPr marL="0" indent="0">
              <a:lnSpc>
                <a:spcPts val="588"/>
              </a:lnSpc>
              <a:spcBef>
                <a:spcPts val="0"/>
              </a:spcBef>
              <a:buNone/>
              <a:defRPr sz="588">
                <a:solidFill>
                  <a:schemeClr val="bg1"/>
                </a:solidFill>
              </a:defRPr>
            </a:lvl1pPr>
            <a:lvl2pPr marL="336145" indent="0">
              <a:buNone/>
              <a:defRPr sz="3137"/>
            </a:lvl2pPr>
            <a:lvl3pPr marL="560241" indent="0">
              <a:buNone/>
              <a:defRPr sz="3137"/>
            </a:lvl3pPr>
            <a:lvl4pPr marL="784338" indent="0">
              <a:buNone/>
              <a:defRPr sz="3137"/>
            </a:lvl4pPr>
            <a:lvl5pPr marL="1008435" indent="0">
              <a:buNone/>
              <a:defRPr sz="3137"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889739" y="3876872"/>
            <a:ext cx="627497" cy="627586"/>
          </a:xfrm>
          <a:solidFill>
            <a:schemeClr val="bg1"/>
          </a:solidFill>
        </p:spPr>
        <p:txBody>
          <a:bodyPr anchor="ctr"/>
          <a:lstStyle>
            <a:lvl1pPr marL="0" indent="0">
              <a:lnSpc>
                <a:spcPts val="588"/>
              </a:lnSpc>
              <a:spcBef>
                <a:spcPts val="0"/>
              </a:spcBef>
              <a:buNone/>
              <a:defRPr sz="588">
                <a:solidFill>
                  <a:schemeClr val="bg1"/>
                </a:solidFill>
              </a:defRPr>
            </a:lvl1pPr>
            <a:lvl2pPr marL="336145" indent="0">
              <a:buNone/>
              <a:defRPr sz="3137"/>
            </a:lvl2pPr>
            <a:lvl3pPr marL="560241" indent="0">
              <a:buNone/>
              <a:defRPr sz="3137"/>
            </a:lvl3pPr>
            <a:lvl4pPr marL="784338" indent="0">
              <a:buNone/>
              <a:defRPr sz="3137"/>
            </a:lvl4pPr>
            <a:lvl5pPr marL="1008435" indent="0">
              <a:buNone/>
              <a:defRPr sz="3137"/>
            </a:lvl5pPr>
          </a:lstStyle>
          <a:p>
            <a:pPr lvl="0"/>
            <a:r>
              <a:rPr lang="en-US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B96D18-7D7E-064C-A9D0-FA5742959B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29454" y="264641"/>
            <a:ext cx="2088240" cy="208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78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>
        <p:tmplLst>
          <p:tmpl>
            <p:tnLst>
              <p:par>
                <p:cTn presetID="53" presetClass="entr" presetSubtype="52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fltVal val="0.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fltVal val="0.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53" presetClass="entr" presetSubtype="52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fltVal val="0.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fltVal val="0.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 animBg="1">
        <p:tmplLst>
          <p:tmpl>
            <p:tnLst>
              <p:par>
                <p:cTn presetID="53" presetClass="entr" presetSubtype="52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fltVal val="0.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fltVal val="0.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53" presetClass="entr" presetSubtype="52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fltVal val="0.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fltVal val="0.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53" presetClass="entr" presetSubtype="52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fltVal val="0.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fltVal val="0.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53" presetClass="entr" presetSubtype="52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fltVal val="0.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fltVal val="0.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53" presetClass="entr" presetSubtype="52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fltVal val="0.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fltVal val="0.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53" presetClass="entr" presetSubtype="52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fltVal val="0.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fltVal val="0.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pt 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5841860" y="829027"/>
            <a:ext cx="6283624" cy="5199945"/>
          </a:xfrm>
        </p:spPr>
        <p:txBody>
          <a:bodyPr/>
          <a:lstStyle>
            <a:lvl1pPr marL="0" indent="0">
              <a:lnSpc>
                <a:spcPts val="3333"/>
              </a:lnSpc>
              <a:spcBef>
                <a:spcPts val="3529"/>
              </a:spcBef>
              <a:buNone/>
              <a:defRPr sz="2941" b="0" i="0" baseline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0" indent="0">
              <a:lnSpc>
                <a:spcPts val="1765"/>
              </a:lnSpc>
              <a:spcBef>
                <a:spcPts val="1176"/>
              </a:spcBef>
              <a:buNone/>
              <a:defRPr sz="1568"/>
            </a:lvl2pPr>
            <a:lvl3pPr marL="0" indent="0">
              <a:lnSpc>
                <a:spcPts val="1765"/>
              </a:lnSpc>
              <a:spcBef>
                <a:spcPts val="1176"/>
              </a:spcBef>
              <a:buNone/>
              <a:defRPr sz="1568"/>
            </a:lvl3pPr>
            <a:lvl4pPr marL="0" indent="0">
              <a:lnSpc>
                <a:spcPts val="1765"/>
              </a:lnSpc>
              <a:spcBef>
                <a:spcPts val="1176"/>
              </a:spcBef>
              <a:buNone/>
              <a:defRPr sz="1568"/>
            </a:lvl4pPr>
            <a:lvl5pPr marL="0" indent="0">
              <a:lnSpc>
                <a:spcPts val="1765"/>
              </a:lnSpc>
              <a:spcBef>
                <a:spcPts val="1176"/>
              </a:spcBef>
              <a:buNone/>
              <a:defRPr sz="1568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tempus. </a:t>
            </a:r>
          </a:p>
          <a:p>
            <a:pPr lvl="0"/>
            <a:r>
              <a:rPr lang="en-US" err="1"/>
              <a:t>Aenean</a:t>
            </a:r>
            <a:r>
              <a:rPr lang="en-US"/>
              <a:t> </a:t>
            </a:r>
            <a:r>
              <a:rPr lang="en-US" err="1"/>
              <a:t>porttitor</a:t>
            </a:r>
            <a:r>
              <a:rPr lang="en-US"/>
              <a:t> </a:t>
            </a:r>
            <a:r>
              <a:rPr lang="en-US" err="1"/>
              <a:t>pulvinar</a:t>
            </a:r>
            <a:r>
              <a:rPr lang="en-US"/>
              <a:t> lorem, </a:t>
            </a:r>
            <a:br>
              <a:rPr lang="en-US"/>
            </a:b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accumsan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. </a:t>
            </a:r>
          </a:p>
          <a:p>
            <a:pPr lvl="0"/>
            <a:r>
              <a:rPr lang="en-US"/>
              <a:t>Cum </a:t>
            </a:r>
            <a:r>
              <a:rPr lang="en-US" err="1"/>
              <a:t>sociis</a:t>
            </a:r>
            <a:r>
              <a:rPr lang="en-US"/>
              <a:t>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 </a:t>
            </a:r>
            <a:br>
              <a:rPr lang="en-US"/>
            </a:br>
            <a:r>
              <a:rPr lang="en-US"/>
              <a:t>et </a:t>
            </a:r>
            <a:r>
              <a:rPr lang="en-US" err="1"/>
              <a:t>magnis</a:t>
            </a:r>
            <a:r>
              <a:rPr lang="en-US"/>
              <a:t> dis parturient </a:t>
            </a:r>
            <a:r>
              <a:rPr lang="en-US" err="1"/>
              <a:t>montes</a:t>
            </a:r>
            <a:r>
              <a:rPr lang="en-US"/>
              <a:t>, </a:t>
            </a:r>
            <a:r>
              <a:rPr lang="en-US" err="1"/>
              <a:t>nascetur</a:t>
            </a:r>
            <a:r>
              <a:rPr lang="en-US"/>
              <a:t> </a:t>
            </a:r>
            <a:r>
              <a:rPr lang="en-US" err="1"/>
              <a:t>ridiculus</a:t>
            </a:r>
            <a:r>
              <a:rPr lang="en-US"/>
              <a:t> mus.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04D3C5-1956-4874-8BB9-8815E3AD37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41480" y="1566612"/>
            <a:ext cx="5275064" cy="52750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2C05EF-8310-43EA-80B1-B50EC7DF22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822258" y="5607117"/>
            <a:ext cx="843709" cy="84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43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F0D78-67C9-564F-BD6F-E34CA30F1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8F4E3-1BED-0245-8FD6-364D7ACF08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FC245-7673-1643-8E76-31CC6D8C4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8C45A-3999-694D-A62F-1D85A5048A28}" type="datetimeFigureOut">
              <a:rPr lang="hr-HR" smtClean="0"/>
              <a:t>5.7.2026.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3766F-36D8-A346-8E8E-27D9AD063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6C66B-8CA0-C545-8C89-075E86DDA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9AFE-FC99-E944-B993-78D7BC09A61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667879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C63F6-364B-C040-937E-9A1FDC1F4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FEC25-17E5-0D4C-B7E6-8AFCC7209C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BE97D1-4077-C944-AD7A-788CBF13C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r-H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9D378A-6431-ED45-A17C-9B795F818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8C45A-3999-694D-A62F-1D85A5048A28}" type="datetimeFigureOut">
              <a:rPr lang="hr-HR" smtClean="0"/>
              <a:t>5.7.2026.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ED92B-6C25-7443-8140-392560D15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3F4196-07F7-3E4D-A241-1E8D76896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9AFE-FC99-E944-B993-78D7BC09A61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71698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5C862-ECB2-DA43-8B61-A08731C7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F2831-91C1-6C4F-897A-F6CAB25D9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6592D-6506-5D4F-9FEB-257C662B1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r-H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C27EEE-F04C-4548-9A85-AC20A8DEDA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C618C0-C49E-2E46-819B-B1E9D13C2F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r-H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6CF89C-AD31-FE4D-B982-E34ACBAB3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8C45A-3999-694D-A62F-1D85A5048A28}" type="datetimeFigureOut">
              <a:rPr lang="hr-HR" smtClean="0"/>
              <a:t>5.7.2026.</a:t>
            </a:fld>
            <a:endParaRPr lang="hr-H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F9C721-9E54-3C46-8253-754A8C7D1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396B20-C4BA-324C-BA5E-4AFE0934C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9AFE-FC99-E944-B993-78D7BC09A61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31556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8F5B8-A558-E741-86D7-B21F24A80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BD7A89-90F3-E743-A690-85683C3B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8C45A-3999-694D-A62F-1D85A5048A28}" type="datetimeFigureOut">
              <a:rPr lang="hr-HR" smtClean="0"/>
              <a:t>5.7.2026.</a:t>
            </a:fld>
            <a:endParaRPr lang="hr-H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534F42-68F8-884D-A98C-21D636B33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EA8755-76B4-3F42-9C36-D79F897EF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9AFE-FC99-E944-B993-78D7BC09A61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344704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974443-C484-3E45-968B-DBB73E330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8C45A-3999-694D-A62F-1D85A5048A28}" type="datetimeFigureOut">
              <a:rPr lang="hr-HR" smtClean="0"/>
              <a:t>5.7.2026.</a:t>
            </a:fld>
            <a:endParaRPr lang="hr-H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EF3DC-2CF2-8B40-8420-3A2C01518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4EA57-7EB7-B24A-BB22-DEB9F9916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9AFE-FC99-E944-B993-78D7BC09A61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83355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2A0B6-5E83-D845-A3D5-527F0C876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498E3-304F-EA42-8F16-F2503FB9E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178DC2-A17C-0648-B52D-9686CB61CF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B7DF4-C826-9544-AA3C-EAEB635C7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8C45A-3999-694D-A62F-1D85A5048A28}" type="datetimeFigureOut">
              <a:rPr lang="hr-HR" smtClean="0"/>
              <a:t>5.7.2026.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195BC-0163-EE44-9D77-D527DE1FF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2D4FB-98F8-A74D-BCEC-BEFFF0EA7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9AFE-FC99-E944-B993-78D7BC09A61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01872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EC62B-1142-A641-91CE-FEE6209B9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ED27BE-4C55-EF41-B024-72D167F993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C337C-16A8-EE45-8ACD-1CADECE67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0A9F4-C069-0F43-BC62-4670E75E1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8C45A-3999-694D-A62F-1D85A5048A28}" type="datetimeFigureOut">
              <a:rPr lang="hr-HR" smtClean="0"/>
              <a:t>5.7.2026.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C0237-DF2E-CC47-886C-6F33EEA92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A07CD3-932F-D545-AA06-F25745597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9AFE-FC99-E944-B993-78D7BC09A61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14923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65570-76CB-2844-B9B9-85AEC4406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BBA4F7-03BD-1148-8657-2938FA7BB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B1349-F51C-3C4D-8D7A-5CC0A8154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8C45A-3999-694D-A62F-1D85A5048A28}" type="datetimeFigureOut">
              <a:rPr lang="hr-HR" smtClean="0"/>
              <a:t>5.7.2026.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2CA2A-545C-654A-BD7C-9A93D7BBB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C6202-A194-5043-8D46-885958E1C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9AFE-FC99-E944-B993-78D7BC09A61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658338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176400-3AF4-354F-813C-9AFCC0887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D26AEE-50E9-1A47-9DF6-EF7652AB08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2A3CB-F20D-7249-9411-F1299DBD8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8C45A-3999-694D-A62F-1D85A5048A28}" type="datetimeFigureOut">
              <a:rPr lang="hr-HR" smtClean="0"/>
              <a:t>5.7.2026.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F1F38-48E4-E643-B1E5-61F6C0A64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6BE31-80EA-0E4F-866E-F487F6F6C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9AFE-FC99-E944-B993-78D7BC09A61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827749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3pt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69241" y="259792"/>
            <a:ext cx="8964247" cy="1075884"/>
          </a:xfrm>
        </p:spPr>
        <p:txBody>
          <a:bodyPr lIns="146304" tIns="91440" rIns="146304" bIns="91440"/>
          <a:lstStyle>
            <a:lvl1pPr>
              <a:lnSpc>
                <a:spcPts val="6176"/>
              </a:lnSpc>
              <a:defRPr sz="5686" baseline="0">
                <a:solidFill>
                  <a:srgbClr val="1B75BC"/>
                </a:solidFill>
              </a:defRPr>
            </a:lvl1pPr>
          </a:lstStyle>
          <a:p>
            <a:r>
              <a:rPr lang="en-US"/>
              <a:t>Lorem ipsum dolor sit.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FCCFF9-9F64-6042-ACE4-C55BBB53DA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35766" y="5820713"/>
            <a:ext cx="629892" cy="62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136304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pt Title/36pt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269239" y="1551785"/>
            <a:ext cx="6274974" cy="497919"/>
          </a:xfrm>
        </p:spPr>
        <p:txBody>
          <a:bodyPr lIns="182880" rIns="182880"/>
          <a:lstStyle>
            <a:lvl1pPr marL="0" indent="0">
              <a:buFontTx/>
              <a:buNone/>
              <a:defRPr sz="3529">
                <a:solidFill>
                  <a:srgbClr val="1B75BC"/>
                </a:solidFill>
                <a:latin typeface="+mj-lt"/>
              </a:defRPr>
            </a:lvl1pPr>
            <a:lvl2pPr marL="336113" indent="0">
              <a:buFontTx/>
              <a:buNone/>
              <a:defRPr sz="3529">
                <a:latin typeface="Segoe Pro Light"/>
              </a:defRPr>
            </a:lvl2pPr>
            <a:lvl3pPr marL="560187" indent="0">
              <a:buFontTx/>
              <a:buNone/>
              <a:defRPr sz="3529">
                <a:latin typeface="Segoe Pro Light"/>
              </a:defRPr>
            </a:lvl3pPr>
            <a:lvl4pPr marL="784261" indent="0">
              <a:buFontTx/>
              <a:buNone/>
              <a:defRPr sz="3529">
                <a:latin typeface="Segoe Pro Light"/>
              </a:defRPr>
            </a:lvl4pPr>
            <a:lvl5pPr marL="1008335" indent="0">
              <a:buFontTx/>
              <a:buNone/>
              <a:defRPr sz="3529">
                <a:latin typeface="Segoe Pro 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69416" y="368325"/>
            <a:ext cx="6274791" cy="448271"/>
          </a:xfrm>
        </p:spPr>
        <p:txBody>
          <a:bodyPr lIns="182880" tIns="146304" rIns="182880" bIns="146304" anchor="ctr" anchorCtr="0"/>
          <a:lstStyle>
            <a:lvl1pPr marL="0" indent="0">
              <a:lnSpc>
                <a:spcPts val="2745"/>
              </a:lnSpc>
              <a:spcBef>
                <a:spcPts val="0"/>
              </a:spcBef>
              <a:buFontTx/>
              <a:buNone/>
              <a:defRPr sz="2353">
                <a:solidFill>
                  <a:srgbClr val="00AEEF"/>
                </a:solidFill>
                <a:latin typeface="+mj-lt"/>
              </a:defRPr>
            </a:lvl1pPr>
            <a:lvl2pPr marL="336113" indent="0">
              <a:buFontTx/>
              <a:buNone/>
              <a:defRPr sz="2353">
                <a:latin typeface="Segoe Pro Light"/>
              </a:defRPr>
            </a:lvl2pPr>
            <a:lvl3pPr marL="560187" indent="0">
              <a:buFontTx/>
              <a:buNone/>
              <a:defRPr sz="2353">
                <a:latin typeface="Segoe Pro Light"/>
              </a:defRPr>
            </a:lvl3pPr>
            <a:lvl4pPr marL="784261" indent="0">
              <a:buFontTx/>
              <a:buNone/>
              <a:defRPr sz="2353">
                <a:latin typeface="Segoe Pro Light"/>
              </a:defRPr>
            </a:lvl4pPr>
            <a:lvl5pPr marL="1008335" indent="0">
              <a:buFontTx/>
              <a:buNone/>
              <a:defRPr sz="2353">
                <a:latin typeface="Segoe Pro Ligh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96B97F-FACA-184F-B291-83E7C022D2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35766" y="5820713"/>
            <a:ext cx="629892" cy="62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214510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8A9F2D-EEF6-8D4C-B6B4-821008F6A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B9F19-4687-714C-B37C-07418F7D4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B9BF1-1402-9F4A-BAB1-6310C3AB08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8C45A-3999-694D-A62F-1D85A5048A28}" type="datetimeFigureOut">
              <a:rPr lang="hr-HR" smtClean="0"/>
              <a:t>5.7.2026.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6EC14-D9BC-4B40-8B97-93CEAC450D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56B53-14E3-F44C-8840-A77C7C464A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CA9AFE-FC99-E944-B993-78D7BC09A613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6666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49" r:id="rId3"/>
    <p:sldLayoutId id="2147483666" r:id="rId4"/>
    <p:sldLayoutId id="2147483650" r:id="rId5"/>
    <p:sldLayoutId id="2147483660" r:id="rId6"/>
    <p:sldLayoutId id="2147483661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4" r:id="rId17"/>
    <p:sldLayoutId id="2147483665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weko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youtube.com/@swekster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weko/wad-jwt" TargetMode="External"/><Relationship Id="rId2" Type="http://schemas.openxmlformats.org/officeDocument/2006/relationships/hyperlink" Target="https://youtube.com/@swekster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9A9711-46A1-0E4C-90B8-DF9A842C98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309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7E8C812-9EB6-EDA3-1090-BACC7F2C1470}"/>
              </a:ext>
            </a:extLst>
          </p:cNvPr>
          <p:cNvSpPr txBox="1">
            <a:spLocks/>
          </p:cNvSpPr>
          <p:nvPr/>
        </p:nvSpPr>
        <p:spPr>
          <a:xfrm>
            <a:off x="869370" y="980500"/>
            <a:ext cx="9143999" cy="1828800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800" b="1" dirty="0">
                <a:solidFill>
                  <a:schemeClr val="bg1"/>
                </a:solidFill>
                <a:latin typeface="Segoe UI Semibold"/>
                <a:cs typeface="Segoe UI Light"/>
              </a:rPr>
              <a:t>How to mess up JWT’s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sz="4000" b="1" dirty="0">
                <a:solidFill>
                  <a:schemeClr val="bg1"/>
                </a:solidFill>
                <a:latin typeface="Segoe UI Semibold"/>
                <a:cs typeface="Segoe UI Light"/>
              </a:rPr>
              <a:t>- a practitioner's guide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9FB824C-035D-03FC-3B51-57F73C3B9040}"/>
              </a:ext>
            </a:extLst>
          </p:cNvPr>
          <p:cNvSpPr txBox="1">
            <a:spLocks/>
          </p:cNvSpPr>
          <p:nvPr/>
        </p:nvSpPr>
        <p:spPr>
          <a:xfrm>
            <a:off x="274638" y="4557749"/>
            <a:ext cx="7670052" cy="1773837"/>
          </a:xfrm>
          <a:prstGeom prst="rect">
            <a:avLst/>
          </a:prstGeom>
        </p:spPr>
        <p:txBody>
          <a:bodyPr vert="horz" wrap="square" lIns="182880" tIns="146304" rIns="182880" bIns="146304" rtlCol="0" anchor="t">
            <a:noAutofit/>
          </a:bodyPr>
          <a:lstStyle>
            <a:lvl1pPr marL="0" marR="0" indent="0" algn="l" defTabSz="932742" rtl="0" eaLnBrk="1" fontAlgn="auto" latinLnBrk="0" hangingPunct="1">
              <a:lnSpc>
                <a:spcPts val="26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err="1">
                <a:solidFill>
                  <a:sysClr val="window" lastClr="FFFFFF"/>
                </a:solidFill>
                <a:latin typeface="Segoe UI"/>
              </a:rPr>
              <a:t>Wekoslav</a:t>
            </a:r>
            <a:r>
              <a:rPr lang="en-US">
                <a:solidFill>
                  <a:sysClr val="window" lastClr="FFFFFF"/>
                </a:solidFill>
                <a:latin typeface="Segoe UI"/>
              </a:rPr>
              <a:t> Stefanovski</a:t>
            </a:r>
            <a:endParaRPr lang="en-US">
              <a:solidFill>
                <a:sysClr val="window" lastClr="FFFFFF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>
                <a:solidFill>
                  <a:sysClr val="window" lastClr="FFFFFF"/>
                </a:solidFill>
                <a:ea typeface="Calibri"/>
                <a:cs typeface="Calibri"/>
              </a:rPr>
              <a:t>@swekster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>
                <a:solidFill>
                  <a:sysClr val="window" lastClr="FFFFFF"/>
                </a:solidFill>
                <a:latin typeface="Calibri"/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https://github.com/sweko</a:t>
            </a:r>
            <a:endParaRPr lang="en-US">
              <a:solidFill>
                <a:sysClr val="window" lastClr="FFFFFF"/>
              </a:solidFill>
              <a:latin typeface="Calibri"/>
              <a:ea typeface="Calibri"/>
              <a:cs typeface="Calibri"/>
              <a:hlinkClick r:id="rId3"/>
            </a:endParaRP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>
                <a:solidFill>
                  <a:sysClr val="window" lastClr="FFFFFF"/>
                </a:solidFill>
                <a:latin typeface="Calibri"/>
                <a:ea typeface="Calibri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https://youtube.com/@swekster</a:t>
            </a:r>
          </a:p>
          <a:p>
            <a:pPr>
              <a:defRPr/>
            </a:pPr>
            <a:endParaRPr lang="en-US">
              <a:solidFill>
                <a:sysClr val="window" lastClr="FFFFFF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>
              <a:solidFill>
                <a:sysClr val="window" lastClr="FFFFFF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>
              <a:solidFill>
                <a:sysClr val="window" lastClr="FFFFFF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18647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70DC67-E4D5-DF4C-824E-4FDA60238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64964"/>
            <a:ext cx="9143999" cy="1828800"/>
          </a:xfrm>
        </p:spPr>
        <p:txBody>
          <a:bodyPr>
            <a:normAutofit/>
          </a:bodyPr>
          <a:lstStyle/>
          <a:p>
            <a:r>
              <a:rPr lang="en-US" sz="5800">
                <a:solidFill>
                  <a:schemeClr val="bg1"/>
                </a:solidFill>
                <a:latin typeface="Segoe UI Light"/>
                <a:cs typeface="Segoe UI Light"/>
              </a:rPr>
              <a:t>&gt;</a:t>
            </a:r>
            <a:r>
              <a:rPr lang="en-US" sz="5800" err="1">
                <a:solidFill>
                  <a:schemeClr val="bg1"/>
                </a:solidFill>
                <a:latin typeface="Segoe UI Light"/>
                <a:cs typeface="Segoe UI Light"/>
              </a:rPr>
              <a:t>whoami</a:t>
            </a:r>
            <a:endParaRPr lang="en-US" err="1">
              <a:solidFill>
                <a:schemeClr val="bg1"/>
              </a:solidFill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EA1F08A-1211-C948-A586-A100483983FC}"/>
              </a:ext>
            </a:extLst>
          </p:cNvPr>
          <p:cNvSpPr txBox="1">
            <a:spLocks/>
          </p:cNvSpPr>
          <p:nvPr/>
        </p:nvSpPr>
        <p:spPr>
          <a:xfrm>
            <a:off x="274638" y="1872165"/>
            <a:ext cx="10267872" cy="4459421"/>
          </a:xfrm>
          <a:prstGeom prst="rect">
            <a:avLst/>
          </a:prstGeom>
        </p:spPr>
        <p:txBody>
          <a:bodyPr vert="horz" wrap="square" lIns="182880" tIns="146304" rIns="182880" bIns="146304" rtlCol="0" anchor="t">
            <a:noAutofit/>
          </a:bodyPr>
          <a:lstStyle>
            <a:lvl1pPr marL="0" marR="0" indent="0" algn="l" defTabSz="932742" rtl="0" eaLnBrk="1" fontAlgn="auto" latinLnBrk="0" hangingPunct="1">
              <a:lnSpc>
                <a:spcPts val="26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har char="•"/>
              <a:defRPr/>
            </a:pPr>
            <a:r>
              <a:rPr lang="en-US">
                <a:solidFill>
                  <a:sysClr val="window" lastClr="FFFFFF"/>
                </a:solidFill>
                <a:latin typeface="Segoe UI"/>
                <a:cs typeface="Segoe UI"/>
              </a:rPr>
              <a:t>Head of Development in </a:t>
            </a:r>
            <a:r>
              <a:rPr lang="en-US" err="1">
                <a:solidFill>
                  <a:sysClr val="window" lastClr="FFFFFF"/>
                </a:solidFill>
                <a:latin typeface="Segoe UI"/>
                <a:cs typeface="Segoe UI"/>
              </a:rPr>
              <a:t>Sourcico</a:t>
            </a:r>
            <a:r>
              <a:rPr lang="en-US">
                <a:solidFill>
                  <a:sysClr val="window" lastClr="FFFFFF"/>
                </a:solidFill>
                <a:latin typeface="Segoe UI"/>
                <a:cs typeface="Segoe UI"/>
              </a:rPr>
              <a:t> Macedonia</a:t>
            </a:r>
            <a:endParaRPr lang="en-US">
              <a:solidFill>
                <a:sysClr val="window" lastClr="FFFFFF"/>
              </a:solidFill>
              <a:latin typeface="Segoe UI"/>
              <a:ea typeface="Calibri" panose="020F0502020204030204"/>
              <a:cs typeface="Segoe UI"/>
            </a:endParaRPr>
          </a:p>
          <a:p>
            <a:pPr marL="342900" indent="-342900">
              <a:buChar char="•"/>
              <a:defRPr/>
            </a:pPr>
            <a:r>
              <a:rPr lang="en-US">
                <a:solidFill>
                  <a:sysClr val="window" lastClr="FFFFFF"/>
                </a:solidFill>
                <a:latin typeface="Segoe UI"/>
                <a:cs typeface="Segoe UI"/>
              </a:rPr>
              <a:t>Coding professionally since last century</a:t>
            </a:r>
          </a:p>
          <a:p>
            <a:pPr marL="342900" indent="-342900">
              <a:buChar char="•"/>
              <a:defRPr/>
            </a:pPr>
            <a:r>
              <a:rPr lang="en-US">
                <a:solidFill>
                  <a:sysClr val="window" lastClr="FFFFFF"/>
                </a:solidFill>
                <a:latin typeface="Segoe UI"/>
                <a:cs typeface="Segoe UI"/>
              </a:rPr>
              <a:t>I love programming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Segoe UI"/>
                <a:cs typeface="Segoe UI"/>
              </a:rPr>
              <a:t>, </a:t>
            </a:r>
            <a:r>
              <a:rPr lang="en-US">
                <a:solidFill>
                  <a:sysClr val="window" lastClr="FFFFFF"/>
                </a:solidFill>
                <a:latin typeface="Segoe UI"/>
                <a:cs typeface="Segoe UI"/>
              </a:rPr>
              <a:t>I love programmers</a:t>
            </a:r>
          </a:p>
          <a:p>
            <a:pPr marL="342900" indent="-342900">
              <a:buChar char="•"/>
              <a:defRPr/>
            </a:pPr>
            <a:r>
              <a:rPr lang="en-US">
                <a:solidFill>
                  <a:sysClr val="window" lastClr="FFFFFF"/>
                </a:solidFill>
                <a:latin typeface="Segoe UI"/>
                <a:cs typeface="Segoe UI"/>
              </a:rPr>
              <a:t>Long and fruitful love relationship with authorization</a:t>
            </a:r>
          </a:p>
          <a:p>
            <a:pPr marL="342900" indent="-342900">
              <a:buChar char="•"/>
              <a:defRPr/>
            </a:pPr>
            <a:r>
              <a:rPr lang="en-US">
                <a:solidFill>
                  <a:sysClr val="window" lastClr="FFFFFF"/>
                </a:solidFill>
                <a:latin typeface="Segoe UI"/>
                <a:cs typeface="Segoe UI"/>
              </a:rPr>
              <a:t>Long and fruitful love/hate relationship with authentication</a:t>
            </a:r>
            <a:endParaRPr lang="en-US">
              <a:solidFill>
                <a:sysClr val="window" lastClr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077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70DC67-E4D5-DF4C-824E-4FDA60238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64964"/>
            <a:ext cx="9143999" cy="1828800"/>
          </a:xfrm>
        </p:spPr>
        <p:txBody>
          <a:bodyPr>
            <a:normAutofit/>
          </a:bodyPr>
          <a:lstStyle/>
          <a:p>
            <a:r>
              <a:rPr lang="en-US" sz="5800">
                <a:solidFill>
                  <a:schemeClr val="bg1"/>
                </a:solidFill>
                <a:latin typeface="Segoe UI Light"/>
                <a:cs typeface="Segoe UI Light"/>
              </a:rPr>
              <a:t>agenda();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EA1F08A-1211-C948-A586-A100483983FC}"/>
              </a:ext>
            </a:extLst>
          </p:cNvPr>
          <p:cNvSpPr txBox="1">
            <a:spLocks/>
          </p:cNvSpPr>
          <p:nvPr/>
        </p:nvSpPr>
        <p:spPr>
          <a:xfrm>
            <a:off x="274638" y="1872165"/>
            <a:ext cx="8320539" cy="4459421"/>
          </a:xfrm>
          <a:prstGeom prst="rect">
            <a:avLst/>
          </a:prstGeom>
        </p:spPr>
        <p:txBody>
          <a:bodyPr vert="horz" wrap="square" lIns="182880" tIns="146304" rIns="182880" bIns="146304" rtlCol="0" anchor="t">
            <a:noAutofit/>
          </a:bodyPr>
          <a:lstStyle>
            <a:lvl1pPr marL="0" marR="0" indent="0" algn="l" defTabSz="932742" rtl="0" eaLnBrk="1" fontAlgn="auto" latinLnBrk="0" hangingPunct="1">
              <a:lnSpc>
                <a:spcPts val="26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har char="•"/>
              <a:defRPr/>
            </a:pPr>
            <a:r>
              <a:rPr lang="en-US">
                <a:solidFill>
                  <a:sysClr val="window" lastClr="FFFFFF"/>
                </a:solidFill>
                <a:latin typeface="Segoe UI"/>
                <a:cs typeface="Segoe UI"/>
              </a:rPr>
              <a:t>What are little JWT’s made of?</a:t>
            </a:r>
          </a:p>
          <a:p>
            <a:pPr marL="342900" indent="-342900">
              <a:buChar char="•"/>
              <a:defRPr/>
            </a:pPr>
            <a:r>
              <a:rPr lang="en-US">
                <a:solidFill>
                  <a:sysClr val="window" lastClr="FFFFFF"/>
                </a:solidFill>
                <a:latin typeface="Segoe UI"/>
                <a:cs typeface="Segoe UI"/>
              </a:rPr>
              <a:t>How to mess up using them</a:t>
            </a:r>
          </a:p>
          <a:p>
            <a:pPr marL="342900" indent="-342900">
              <a:buChar char="•"/>
              <a:defRPr/>
            </a:pPr>
            <a:r>
              <a:rPr lang="en-US">
                <a:solidFill>
                  <a:sysClr val="window" lastClr="FFFFFF"/>
                </a:solidFill>
                <a:latin typeface="Segoe UI"/>
                <a:cs typeface="Segoe UI"/>
              </a:rPr>
              <a:t>How to mess up the security</a:t>
            </a:r>
          </a:p>
          <a:p>
            <a:pPr marL="342900" indent="-342900">
              <a:buChar char="•"/>
              <a:defRPr/>
            </a:pPr>
            <a:r>
              <a:rPr lang="en-US">
                <a:solidFill>
                  <a:sysClr val="window" lastClr="FFFFFF"/>
                </a:solidFill>
                <a:latin typeface="Segoe UI"/>
                <a:cs typeface="Segoe UI"/>
              </a:rPr>
              <a:t>How to mess up performance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018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70DC67-E4D5-DF4C-824E-4FDA60238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64964"/>
            <a:ext cx="9143999" cy="1828800"/>
          </a:xfrm>
        </p:spPr>
        <p:txBody>
          <a:bodyPr>
            <a:normAutofit/>
          </a:bodyPr>
          <a:lstStyle/>
          <a:p>
            <a:r>
              <a:rPr lang="en-US" sz="5800">
                <a:solidFill>
                  <a:schemeClr val="bg1"/>
                </a:solidFill>
                <a:latin typeface="Segoe UI Light"/>
                <a:cs typeface="Segoe UI Light"/>
              </a:rPr>
              <a:t>What are JWT's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EA1F08A-1211-C948-A586-A100483983FC}"/>
              </a:ext>
            </a:extLst>
          </p:cNvPr>
          <p:cNvSpPr txBox="1">
            <a:spLocks/>
          </p:cNvSpPr>
          <p:nvPr/>
        </p:nvSpPr>
        <p:spPr>
          <a:xfrm>
            <a:off x="274638" y="1872165"/>
            <a:ext cx="8320539" cy="4459421"/>
          </a:xfrm>
          <a:prstGeom prst="rect">
            <a:avLst/>
          </a:prstGeom>
        </p:spPr>
        <p:txBody>
          <a:bodyPr vert="horz" wrap="square" lIns="182880" tIns="146304" rIns="182880" bIns="146304" rtlCol="0" anchor="t">
            <a:noAutofit/>
          </a:bodyPr>
          <a:lstStyle>
            <a:lvl1pPr marL="0" marR="0" indent="0" algn="l" defTabSz="932742" rtl="0" eaLnBrk="1" fontAlgn="auto" latinLnBrk="0" hangingPunct="1">
              <a:lnSpc>
                <a:spcPts val="26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Char char="•"/>
              <a:defRPr/>
            </a:pPr>
            <a:r>
              <a:rPr lang="en-US">
                <a:solidFill>
                  <a:sysClr val="window" lastClr="FFFFFF"/>
                </a:solidFill>
                <a:latin typeface="Segoe UI"/>
                <a:cs typeface="Segoe UI"/>
              </a:rPr>
              <a:t>JWT’s are NOT magic</a:t>
            </a:r>
          </a:p>
          <a:p>
            <a:pPr marL="342900" indent="-342900">
              <a:buChar char="•"/>
              <a:defRPr/>
            </a:pPr>
            <a:r>
              <a:rPr lang="en-US">
                <a:solidFill>
                  <a:sysClr val="window" lastClr="FFFFFF"/>
                </a:solidFill>
                <a:latin typeface="Segoe UI"/>
                <a:cs typeface="Segoe UI"/>
              </a:rPr>
              <a:t>Encoded text (usually not encrypted)</a:t>
            </a:r>
          </a:p>
          <a:p>
            <a:pPr marL="342900" indent="-342900">
              <a:buChar char="•"/>
              <a:defRPr/>
            </a:pPr>
            <a:r>
              <a:rPr lang="en-US">
                <a:solidFill>
                  <a:sysClr val="window" lastClr="FFFFFF"/>
                </a:solidFill>
                <a:latin typeface="Segoe UI"/>
                <a:cs typeface="Segoe UI"/>
              </a:rPr>
              <a:t>The text is a piece of JSON data</a:t>
            </a:r>
          </a:p>
          <a:p>
            <a:pPr marL="342900" indent="-342900">
              <a:buChar char="•"/>
              <a:defRPr/>
            </a:pPr>
            <a:r>
              <a:rPr lang="en-US">
                <a:solidFill>
                  <a:sysClr val="window" lastClr="FFFFFF"/>
                </a:solidFill>
                <a:latin typeface="Segoe UI"/>
                <a:cs typeface="Segoe UI"/>
              </a:rPr>
              <a:t>A Header</a:t>
            </a:r>
          </a:p>
          <a:p>
            <a:pPr marL="342900" indent="-342900">
              <a:buChar char="•"/>
              <a:defRPr/>
            </a:pPr>
            <a:r>
              <a:rPr lang="en-US">
                <a:solidFill>
                  <a:sysClr val="window" lastClr="FFFFFF"/>
                </a:solidFill>
                <a:latin typeface="Segoe UI"/>
                <a:cs typeface="Segoe UI"/>
              </a:rPr>
              <a:t>A Payload</a:t>
            </a:r>
          </a:p>
          <a:p>
            <a:pPr marL="342900" indent="-342900">
              <a:buChar char="•"/>
              <a:defRPr/>
            </a:pPr>
            <a:r>
              <a:rPr lang="en-US">
                <a:solidFill>
                  <a:sysClr val="window" lastClr="FFFFFF"/>
                </a:solidFill>
                <a:latin typeface="Segoe UI"/>
                <a:cs typeface="Segoe UI"/>
              </a:rPr>
              <a:t>A Signature (or is there?)</a:t>
            </a:r>
            <a:endParaRPr lang="en-US"/>
          </a:p>
        </p:txBody>
      </p:sp>
      <p:pic>
        <p:nvPicPr>
          <p:cNvPr id="2" name="Picture 1" descr="A close-up of a number&#10;&#10;Description automatically generated">
            <a:extLst>
              <a:ext uri="{FF2B5EF4-FFF2-40B4-BE49-F238E27FC236}">
                <a16:creationId xmlns:a16="http://schemas.microsoft.com/office/drawing/2014/main" id="{7EB52E87-569A-7CD2-558C-F786AC9FC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2030" y="228734"/>
            <a:ext cx="5784760" cy="1636824"/>
          </a:xfrm>
          <a:prstGeom prst="rect">
            <a:avLst/>
          </a:prstGeom>
        </p:spPr>
      </p:pic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96215CF5-E913-52EB-87DF-DACB1C4F4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2030" y="1924915"/>
            <a:ext cx="5862166" cy="567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613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70DC67-E4D5-DF4C-824E-4FDA60238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64964"/>
            <a:ext cx="10956072" cy="1828800"/>
          </a:xfrm>
        </p:spPr>
        <p:txBody>
          <a:bodyPr>
            <a:normAutofit/>
          </a:bodyPr>
          <a:lstStyle/>
          <a:p>
            <a:r>
              <a:rPr lang="en-US" sz="5800">
                <a:solidFill>
                  <a:schemeClr val="bg1"/>
                </a:solidFill>
                <a:latin typeface="Segoe UI Light"/>
                <a:ea typeface="+mj-lt"/>
                <a:cs typeface="Segoe UI Light"/>
              </a:rPr>
              <a:t>How are they </a:t>
            </a:r>
            <a:br>
              <a:rPr lang="en-US" sz="5800">
                <a:solidFill>
                  <a:schemeClr val="bg1"/>
                </a:solidFill>
                <a:latin typeface="Segoe UI Light"/>
                <a:ea typeface="+mj-lt"/>
                <a:cs typeface="Segoe UI Light"/>
              </a:rPr>
            </a:br>
            <a:r>
              <a:rPr lang="en-US" sz="5800">
                <a:solidFill>
                  <a:schemeClr val="bg1"/>
                </a:solidFill>
                <a:latin typeface="Segoe UI Light"/>
                <a:ea typeface="+mj-lt"/>
                <a:cs typeface="Segoe UI Light"/>
              </a:rPr>
              <a:t>usually used?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EA1F08A-1211-C948-A586-A100483983FC}"/>
              </a:ext>
            </a:extLst>
          </p:cNvPr>
          <p:cNvSpPr txBox="1">
            <a:spLocks/>
          </p:cNvSpPr>
          <p:nvPr/>
        </p:nvSpPr>
        <p:spPr>
          <a:xfrm>
            <a:off x="231708" y="2194137"/>
            <a:ext cx="11480051" cy="4459421"/>
          </a:xfrm>
          <a:prstGeom prst="rect">
            <a:avLst/>
          </a:prstGeom>
        </p:spPr>
        <p:txBody>
          <a:bodyPr vert="horz" wrap="square" lIns="182880" tIns="146304" rIns="182880" bIns="146304" rtlCol="0" anchor="t">
            <a:noAutofit/>
          </a:bodyPr>
          <a:lstStyle>
            <a:lvl1pPr marL="0" marR="0" indent="0" algn="l" defTabSz="932742" rtl="0" eaLnBrk="1" fontAlgn="auto" latinLnBrk="0" hangingPunct="1">
              <a:lnSpc>
                <a:spcPts val="26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itchFamily="34" charset="0"/>
              <a:buChar char="•"/>
              <a:defRPr/>
            </a:pPr>
            <a:r>
              <a:rPr lang="en-US">
                <a:solidFill>
                  <a:sysClr val="window" lastClr="FFFFFF"/>
                </a:solidFill>
                <a:latin typeface="Segoe UI"/>
                <a:cs typeface="Segoe UI"/>
              </a:rPr>
              <a:t>Generated on some kind of server</a:t>
            </a:r>
            <a:endParaRPr lang="en-US">
              <a:solidFill>
                <a:sysClr val="window" lastClr="FFFFFF"/>
              </a:solidFill>
              <a:latin typeface="Segoe UI"/>
              <a:ea typeface="Calibri" panose="020F0502020204030204"/>
              <a:cs typeface="Segoe UI"/>
            </a:endParaRP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>
                <a:solidFill>
                  <a:sysClr val="window" lastClr="FFFFFF"/>
                </a:solidFill>
                <a:latin typeface="Segoe UI"/>
                <a:cs typeface="Segoe UI"/>
              </a:rPr>
              <a:t>Sent to the client</a:t>
            </a:r>
            <a:endParaRPr lang="en-US">
              <a:latin typeface="Segoe UI"/>
              <a:cs typeface="Segoe UI"/>
            </a:endParaRP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>
                <a:solidFill>
                  <a:sysClr val="window" lastClr="FFFFFF"/>
                </a:solidFill>
                <a:latin typeface="Segoe UI"/>
                <a:cs typeface="Segoe UI"/>
              </a:rPr>
              <a:t>Communicated from the client</a:t>
            </a:r>
            <a:endParaRPr lang="en-US">
              <a:latin typeface="Segoe UI"/>
              <a:cs typeface="Segoe UI"/>
            </a:endParaRP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>
                <a:solidFill>
                  <a:sysClr val="window" lastClr="FFFFFF"/>
                </a:solidFill>
                <a:latin typeface="Segoe UI"/>
                <a:cs typeface="Segoe UI"/>
              </a:rPr>
              <a:t>Verified on the server</a:t>
            </a:r>
            <a:endParaRPr lang="en-US">
              <a:latin typeface="Segoe UI"/>
              <a:cs typeface="Segoe UI"/>
            </a:endParaRP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>
                <a:solidFill>
                  <a:sysClr val="window" lastClr="FFFFFF"/>
                </a:solidFill>
                <a:latin typeface="Segoe UI"/>
                <a:cs typeface="Segoe UI"/>
              </a:rPr>
              <a:t>No magic required</a:t>
            </a:r>
            <a:endParaRPr lang="en-US"/>
          </a:p>
          <a:p>
            <a:pPr marL="342900" indent="-342900">
              <a:buChar char="•"/>
              <a:defRPr/>
            </a:pPr>
            <a:endParaRPr lang="en-US">
              <a:solidFill>
                <a:sysClr val="window" lastClr="FFFFFF"/>
              </a:solidFill>
              <a:latin typeface="Segoe UI"/>
              <a:cs typeface="Segoe UI"/>
            </a:endParaRPr>
          </a:p>
        </p:txBody>
      </p:sp>
      <p:pic>
        <p:nvPicPr>
          <p:cNvPr id="2" name="Picture 1" descr="A diagram of a server&#10;&#10;Description automatically generated">
            <a:extLst>
              <a:ext uri="{FF2B5EF4-FFF2-40B4-BE49-F238E27FC236}">
                <a16:creationId xmlns:a16="http://schemas.microsoft.com/office/drawing/2014/main" id="{5E73A4C0-2DCF-0C99-8FA5-B8F35CCF9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8457" y="161432"/>
            <a:ext cx="4932607" cy="638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580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70DC67-E4D5-DF4C-824E-4FDA60238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64964"/>
            <a:ext cx="10956072" cy="1828800"/>
          </a:xfrm>
        </p:spPr>
        <p:txBody>
          <a:bodyPr>
            <a:normAutofit/>
          </a:bodyPr>
          <a:lstStyle/>
          <a:p>
            <a:r>
              <a:rPr lang="en-US" sz="5800">
                <a:solidFill>
                  <a:schemeClr val="bg1"/>
                </a:solidFill>
                <a:ea typeface="+mj-lt"/>
                <a:cs typeface="+mj-lt"/>
              </a:rPr>
              <a:t>0. Using Sensitive Data inside a JWT </a:t>
            </a:r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EA1F08A-1211-C948-A586-A100483983FC}"/>
              </a:ext>
            </a:extLst>
          </p:cNvPr>
          <p:cNvSpPr txBox="1">
            <a:spLocks/>
          </p:cNvSpPr>
          <p:nvPr/>
        </p:nvSpPr>
        <p:spPr>
          <a:xfrm>
            <a:off x="274638" y="1872165"/>
            <a:ext cx="11480051" cy="4459421"/>
          </a:xfrm>
          <a:prstGeom prst="rect">
            <a:avLst/>
          </a:prstGeom>
        </p:spPr>
        <p:txBody>
          <a:bodyPr vert="horz" wrap="square" lIns="182880" tIns="146304" rIns="182880" bIns="146304" rtlCol="0" anchor="t">
            <a:noAutofit/>
          </a:bodyPr>
          <a:lstStyle>
            <a:lvl1pPr marL="0" marR="0" indent="0" algn="l" defTabSz="932742" rtl="0" eaLnBrk="1" fontAlgn="auto" latinLnBrk="0" hangingPunct="1">
              <a:lnSpc>
                <a:spcPts val="26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Because JWT’s are not magic, any data that we set in the token is user-accessible </a:t>
            </a:r>
            <a:endParaRPr lang="en-US" sz="2800">
              <a:solidFill>
                <a:sysClr val="window" lastClr="FFFFFF"/>
              </a:solidFill>
              <a:latin typeface="Calibri"/>
              <a:cs typeface="Segoe UI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If the token is stolen, any and all PII will be available to the attacker </a:t>
            </a:r>
            <a:endParaRPr lang="en-US" sz="2800">
              <a:solidFill>
                <a:sysClr val="window" lastClr="FFFFFF"/>
              </a:solidFill>
              <a:cs typeface="Calibri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Even if the token is used by the regular user, there might be system-sensitive data that we don’t want the user to see </a:t>
            </a:r>
            <a:endParaRPr lang="en-US" sz="2800">
              <a:solidFill>
                <a:sysClr val="window" lastClr="FFFFFF"/>
              </a:solidFill>
              <a:cs typeface="Calibri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The JWT object handling - it can be stolen. Consider storage and attributes </a:t>
            </a:r>
            <a:endParaRPr lang="en-US" sz="2800">
              <a:solidFill>
                <a:sysClr val="window" lastClr="FFFFFF"/>
              </a:solidFill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12992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70DC67-E4D5-DF4C-824E-4FDA60238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64964"/>
            <a:ext cx="9143999" cy="1828800"/>
          </a:xfrm>
        </p:spPr>
        <p:txBody>
          <a:bodyPr>
            <a:normAutofit/>
          </a:bodyPr>
          <a:lstStyle/>
          <a:p>
            <a:r>
              <a:rPr lang="en-US" sz="5800">
                <a:solidFill>
                  <a:schemeClr val="bg1"/>
                </a:solidFill>
                <a:ea typeface="+mj-lt"/>
                <a:cs typeface="+mj-lt"/>
              </a:rPr>
              <a:t>1. Failing to validate JWT’s </a:t>
            </a:r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EA1F08A-1211-C948-A586-A100483983FC}"/>
              </a:ext>
            </a:extLst>
          </p:cNvPr>
          <p:cNvSpPr txBox="1">
            <a:spLocks/>
          </p:cNvSpPr>
          <p:nvPr/>
        </p:nvSpPr>
        <p:spPr>
          <a:xfrm>
            <a:off x="274638" y="1872165"/>
            <a:ext cx="8320539" cy="4459421"/>
          </a:xfrm>
          <a:prstGeom prst="rect">
            <a:avLst/>
          </a:prstGeom>
        </p:spPr>
        <p:txBody>
          <a:bodyPr vert="horz" wrap="square" lIns="182880" tIns="146304" rIns="182880" bIns="146304" rtlCol="0" anchor="t">
            <a:noAutofit/>
          </a:bodyPr>
          <a:lstStyle>
            <a:lvl1pPr marL="0" marR="0" indent="0" algn="l" defTabSz="932742" rtl="0" eaLnBrk="1" fontAlgn="auto" latinLnBrk="0" hangingPunct="1">
              <a:lnSpc>
                <a:spcPts val="26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har char="•"/>
              <a:defRPr/>
            </a:pPr>
            <a:r>
              <a:rPr lang="en-US">
                <a:solidFill>
                  <a:sysClr val="window" lastClr="FFFFFF"/>
                </a:solidFill>
                <a:ea typeface="+mn-lt"/>
                <a:cs typeface="+mn-lt"/>
              </a:rPr>
              <a:t> </a:t>
            </a: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JWT’s are not magic </a:t>
            </a:r>
          </a:p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Validation can be cryptographically expensive </a:t>
            </a:r>
          </a:p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It might not be called because of bad code practices </a:t>
            </a:r>
          </a:p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Confusing verify() and decode() </a:t>
            </a:r>
          </a:p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Not a scenario that is often covered by tests </a:t>
            </a:r>
          </a:p>
        </p:txBody>
      </p:sp>
    </p:spTree>
    <p:extLst>
      <p:ext uri="{BB962C8B-B14F-4D97-AF65-F5344CB8AC3E}">
        <p14:creationId xmlns:p14="http://schemas.microsoft.com/office/powerpoint/2010/main" val="2108877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70DC67-E4D5-DF4C-824E-4FDA60238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64964"/>
            <a:ext cx="9143999" cy="1828800"/>
          </a:xfrm>
        </p:spPr>
        <p:txBody>
          <a:bodyPr>
            <a:normAutofit/>
          </a:bodyPr>
          <a:lstStyle/>
          <a:p>
            <a:r>
              <a:rPr lang="en-US" sz="5800">
                <a:solidFill>
                  <a:schemeClr val="bg1"/>
                </a:solidFill>
                <a:ea typeface="+mj-lt"/>
                <a:cs typeface="+mj-lt"/>
              </a:rPr>
              <a:t>2. Validate JWT’s badly </a:t>
            </a:r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EA1F08A-1211-C948-A586-A100483983FC}"/>
              </a:ext>
            </a:extLst>
          </p:cNvPr>
          <p:cNvSpPr txBox="1">
            <a:spLocks/>
          </p:cNvSpPr>
          <p:nvPr/>
        </p:nvSpPr>
        <p:spPr>
          <a:xfrm>
            <a:off x="274638" y="1872165"/>
            <a:ext cx="8320539" cy="4459421"/>
          </a:xfrm>
          <a:prstGeom prst="rect">
            <a:avLst/>
          </a:prstGeom>
        </p:spPr>
        <p:txBody>
          <a:bodyPr vert="horz" wrap="square" lIns="182880" tIns="146304" rIns="182880" bIns="146304" rtlCol="0" anchor="t">
            <a:noAutofit/>
          </a:bodyPr>
          <a:lstStyle>
            <a:lvl1pPr marL="0" marR="0" indent="0" algn="l" defTabSz="932742" rtl="0" eaLnBrk="1" fontAlgn="auto" latinLnBrk="0" hangingPunct="1">
              <a:lnSpc>
                <a:spcPts val="26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JWT’s are not magic </a:t>
            </a:r>
          </a:p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Different algorithm from the one we sent out </a:t>
            </a:r>
          </a:p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No algorithm at all </a:t>
            </a:r>
          </a:p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Different key from the one we sent out </a:t>
            </a:r>
          </a:p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Bad key </a:t>
            </a:r>
            <a:r>
              <a:rPr lang="en-US" sz="2800" err="1">
                <a:solidFill>
                  <a:sysClr val="window" lastClr="FFFFFF"/>
                </a:solidFill>
                <a:ea typeface="+mn-lt"/>
                <a:cs typeface="+mn-lt"/>
              </a:rPr>
              <a:t>behaviour</a:t>
            </a: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</a:t>
            </a:r>
          </a:p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Library issues </a:t>
            </a:r>
          </a:p>
        </p:txBody>
      </p:sp>
    </p:spTree>
    <p:extLst>
      <p:ext uri="{BB962C8B-B14F-4D97-AF65-F5344CB8AC3E}">
        <p14:creationId xmlns:p14="http://schemas.microsoft.com/office/powerpoint/2010/main" val="4008552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70DC67-E4D5-DF4C-824E-4FDA60238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64964"/>
            <a:ext cx="9143999" cy="1828800"/>
          </a:xfrm>
        </p:spPr>
        <p:txBody>
          <a:bodyPr>
            <a:normAutofit/>
          </a:bodyPr>
          <a:lstStyle/>
          <a:p>
            <a:r>
              <a:rPr lang="en-US" sz="5800">
                <a:solidFill>
                  <a:schemeClr val="bg1"/>
                </a:solidFill>
                <a:ea typeface="+mj-lt"/>
                <a:cs typeface="+mj-lt"/>
              </a:rPr>
              <a:t>3. Bloating the JWT’s </a:t>
            </a:r>
            <a:endParaRPr lang="en-US">
              <a:solidFill>
                <a:schemeClr val="bg1"/>
              </a:solidFill>
              <a:ea typeface="+mj-lt"/>
              <a:cs typeface="+mj-lt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EA1F08A-1211-C948-A586-A100483983FC}"/>
              </a:ext>
            </a:extLst>
          </p:cNvPr>
          <p:cNvSpPr txBox="1">
            <a:spLocks/>
          </p:cNvSpPr>
          <p:nvPr/>
        </p:nvSpPr>
        <p:spPr>
          <a:xfrm>
            <a:off x="274638" y="1872165"/>
            <a:ext cx="11110961" cy="4459421"/>
          </a:xfrm>
          <a:prstGeom prst="rect">
            <a:avLst/>
          </a:prstGeom>
        </p:spPr>
        <p:txBody>
          <a:bodyPr vert="horz" wrap="square" lIns="182880" tIns="146304" rIns="182880" bIns="146304" rtlCol="0" anchor="t">
            <a:noAutofit/>
          </a:bodyPr>
          <a:lstStyle>
            <a:lvl1pPr marL="0" marR="0" indent="0" algn="l" defTabSz="932742" rtl="0" eaLnBrk="1" fontAlgn="auto" latinLnBrk="0" hangingPunct="1">
              <a:lnSpc>
                <a:spcPts val="26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JWT’s are not magic</a:t>
            </a:r>
          </a:p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Token are used as headers or cookies</a:t>
            </a:r>
          </a:p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Transmitted on each and every call from the client</a:t>
            </a:r>
          </a:p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Network performance hit</a:t>
            </a:r>
          </a:p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Decoding and verifying performance hit</a:t>
            </a:r>
          </a:p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Possible truncation and weird </a:t>
            </a:r>
            <a:r>
              <a:rPr lang="en-US" sz="2800" err="1">
                <a:solidFill>
                  <a:sysClr val="window" lastClr="FFFFFF"/>
                </a:solidFill>
                <a:ea typeface="+mn-lt"/>
                <a:cs typeface="+mn-lt"/>
              </a:rPr>
              <a:t>behaviours</a:t>
            </a:r>
          </a:p>
        </p:txBody>
      </p:sp>
    </p:spTree>
    <p:extLst>
      <p:ext uri="{BB962C8B-B14F-4D97-AF65-F5344CB8AC3E}">
        <p14:creationId xmlns:p14="http://schemas.microsoft.com/office/powerpoint/2010/main" val="1879909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70DC67-E4D5-DF4C-824E-4FDA60238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64964"/>
            <a:ext cx="9143999" cy="1828800"/>
          </a:xfrm>
        </p:spPr>
        <p:txBody>
          <a:bodyPr>
            <a:normAutofit/>
          </a:bodyPr>
          <a:lstStyle/>
          <a:p>
            <a:r>
              <a:rPr lang="en-US" sz="5800">
                <a:solidFill>
                  <a:schemeClr val="bg1"/>
                </a:solidFill>
                <a:ea typeface="+mj-lt"/>
                <a:cs typeface="+mj-lt"/>
              </a:rPr>
              <a:t>4. Messing up JWT expiration </a:t>
            </a:r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EA1F08A-1211-C948-A586-A100483983FC}"/>
              </a:ext>
            </a:extLst>
          </p:cNvPr>
          <p:cNvSpPr txBox="1">
            <a:spLocks/>
          </p:cNvSpPr>
          <p:nvPr/>
        </p:nvSpPr>
        <p:spPr>
          <a:xfrm>
            <a:off x="274638" y="1872165"/>
            <a:ext cx="11110961" cy="4459421"/>
          </a:xfrm>
          <a:prstGeom prst="rect">
            <a:avLst/>
          </a:prstGeom>
        </p:spPr>
        <p:txBody>
          <a:bodyPr vert="horz" wrap="square" lIns="182880" tIns="146304" rIns="182880" bIns="146304" rtlCol="0" anchor="t">
            <a:noAutofit/>
          </a:bodyPr>
          <a:lstStyle>
            <a:lvl1pPr marL="0" marR="0" indent="0" algn="l" defTabSz="932742" rtl="0" eaLnBrk="1" fontAlgn="auto" latinLnBrk="0" hangingPunct="1">
              <a:lnSpc>
                <a:spcPts val="26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JWT’s are not magic</a:t>
            </a:r>
          </a:p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Expired token validation</a:t>
            </a:r>
          </a:p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Tokens that are too long lived</a:t>
            </a:r>
          </a:p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Tokens that do not get refreshed</a:t>
            </a:r>
          </a:p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The (missing) magic of revocation</a:t>
            </a:r>
          </a:p>
        </p:txBody>
      </p:sp>
    </p:spTree>
    <p:extLst>
      <p:ext uri="{BB962C8B-B14F-4D97-AF65-F5344CB8AC3E}">
        <p14:creationId xmlns:p14="http://schemas.microsoft.com/office/powerpoint/2010/main" val="1334897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70DC67-E4D5-DF4C-824E-4FDA60238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64964"/>
            <a:ext cx="9905999" cy="1828800"/>
          </a:xfrm>
        </p:spPr>
        <p:txBody>
          <a:bodyPr>
            <a:normAutofit/>
          </a:bodyPr>
          <a:lstStyle/>
          <a:p>
            <a:r>
              <a:rPr lang="en-US" sz="5800">
                <a:solidFill>
                  <a:schemeClr val="bg1"/>
                </a:solidFill>
                <a:ea typeface="+mj-lt"/>
                <a:cs typeface="+mj-lt"/>
              </a:rPr>
              <a:t>5. Implementing Stateless State </a:t>
            </a:r>
            <a:endParaRPr lang="en-US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EA1F08A-1211-C948-A586-A100483983FC}"/>
              </a:ext>
            </a:extLst>
          </p:cNvPr>
          <p:cNvSpPr txBox="1">
            <a:spLocks/>
          </p:cNvSpPr>
          <p:nvPr/>
        </p:nvSpPr>
        <p:spPr>
          <a:xfrm>
            <a:off x="274638" y="1872165"/>
            <a:ext cx="11110961" cy="4459421"/>
          </a:xfrm>
          <a:prstGeom prst="rect">
            <a:avLst/>
          </a:prstGeom>
        </p:spPr>
        <p:txBody>
          <a:bodyPr vert="horz" wrap="square" lIns="182880" tIns="146304" rIns="182880" bIns="146304" rtlCol="0" anchor="t">
            <a:noAutofit/>
          </a:bodyPr>
          <a:lstStyle>
            <a:lvl1pPr marL="0" marR="0" indent="0" algn="l" defTabSz="932742" rtl="0" eaLnBrk="1" fontAlgn="auto" latinLnBrk="0" hangingPunct="1">
              <a:lnSpc>
                <a:spcPts val="26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JWT’s are not magic, and neither is the stateless web </a:t>
            </a:r>
            <a:endParaRPr lang="en-US">
              <a:solidFill>
                <a:sysClr val="window" lastClr="FFFFFF"/>
              </a:solidFill>
            </a:endParaRPr>
          </a:p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No such thing as stateless auth </a:t>
            </a:r>
            <a:endParaRPr lang="en-US">
              <a:solidFill>
                <a:sysClr val="window" lastClr="FFFFFF"/>
              </a:solidFill>
            </a:endParaRPr>
          </a:p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Using both JWT and stored session state </a:t>
            </a:r>
            <a:endParaRPr lang="en-US">
              <a:solidFill>
                <a:sysClr val="window" lastClr="FFFFFF"/>
              </a:solidFill>
              <a:ea typeface="+mn-lt"/>
              <a:cs typeface="+mn-lt"/>
            </a:endParaRPr>
          </a:p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Using signing keys as state </a:t>
            </a:r>
            <a:endParaRPr lang="en-US">
              <a:solidFill>
                <a:sysClr val="window" lastClr="FFFFFF"/>
              </a:solidFill>
            </a:endParaRPr>
          </a:p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Scary words: Debug and log </a:t>
            </a:r>
            <a:endParaRPr lang="en-US">
              <a:solidFill>
                <a:sysClr val="window" lastClr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0152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670DC67-E4D5-DF4C-824E-4FDA60238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639" y="264964"/>
            <a:ext cx="9905999" cy="1828800"/>
          </a:xfrm>
        </p:spPr>
        <p:txBody>
          <a:bodyPr>
            <a:normAutofit/>
          </a:bodyPr>
          <a:lstStyle/>
          <a:p>
            <a:r>
              <a:rPr lang="en-US" sz="5800">
                <a:solidFill>
                  <a:schemeClr val="bg1"/>
                </a:solidFill>
                <a:ea typeface="+mj-lt"/>
                <a:cs typeface="+mj-lt"/>
              </a:rPr>
              <a:t>Some more things 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EA1F08A-1211-C948-A586-A100483983FC}"/>
              </a:ext>
            </a:extLst>
          </p:cNvPr>
          <p:cNvSpPr txBox="1">
            <a:spLocks/>
          </p:cNvSpPr>
          <p:nvPr/>
        </p:nvSpPr>
        <p:spPr>
          <a:xfrm>
            <a:off x="274638" y="1872165"/>
            <a:ext cx="11110961" cy="4459421"/>
          </a:xfrm>
          <a:prstGeom prst="rect">
            <a:avLst/>
          </a:prstGeom>
        </p:spPr>
        <p:txBody>
          <a:bodyPr vert="horz" wrap="square" lIns="182880" tIns="146304" rIns="182880" bIns="146304" rtlCol="0" anchor="t">
            <a:noAutofit/>
          </a:bodyPr>
          <a:lstStyle>
            <a:lvl1pPr marL="0" marR="0" indent="0" algn="l" defTabSz="932742" rtl="0" eaLnBrk="1" fontAlgn="auto" latinLnBrk="0" hangingPunct="1">
              <a:lnSpc>
                <a:spcPts val="2600"/>
              </a:lnSpc>
              <a:spcBef>
                <a:spcPts val="3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400" kern="1200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marR="0" indent="0" algn="l" defTabSz="932742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600" kern="1200" spc="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Accepting Arbitrary Signatures </a:t>
            </a:r>
            <a:endParaRPr lang="en-US">
              <a:solidFill>
                <a:sysClr val="window" lastClr="FFFFFF"/>
              </a:solidFill>
              <a:cs typeface="Calibri"/>
            </a:endParaRPr>
          </a:p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JWT Header Parameter Injections </a:t>
            </a:r>
            <a:endParaRPr lang="en-US">
              <a:solidFill>
                <a:sysClr val="window" lastClr="FFFFFF"/>
              </a:solidFill>
            </a:endParaRPr>
          </a:p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Poor Error Handling </a:t>
            </a:r>
            <a:endParaRPr lang="en-US">
              <a:solidFill>
                <a:sysClr val="window" lastClr="FFFFFF"/>
              </a:solidFill>
            </a:endParaRPr>
          </a:p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Ignoring the revocation problem </a:t>
            </a:r>
            <a:endParaRPr lang="en-US">
              <a:solidFill>
                <a:sysClr val="window" lastClr="FFFFFF"/>
              </a:solidFill>
            </a:endParaRPr>
          </a:p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ea typeface="+mn-lt"/>
                <a:cs typeface="+mn-lt"/>
              </a:rPr>
              <a:t> Refresh token rotation abuse </a:t>
            </a:r>
          </a:p>
          <a:p>
            <a:pPr>
              <a:buChar char="•"/>
              <a:defRPr/>
            </a:pPr>
            <a:r>
              <a:rPr lang="en-US" sz="2800">
                <a:solidFill>
                  <a:sysClr val="window" lastClr="FFFFFF"/>
                </a:solidFill>
                <a:cs typeface="Calibri"/>
              </a:rPr>
              <a:t>Access / ID token misuse</a:t>
            </a:r>
          </a:p>
        </p:txBody>
      </p:sp>
    </p:spTree>
    <p:extLst>
      <p:ext uri="{BB962C8B-B14F-4D97-AF65-F5344CB8AC3E}">
        <p14:creationId xmlns:p14="http://schemas.microsoft.com/office/powerpoint/2010/main" val="2392382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1">
            <a:extLst>
              <a:ext uri="{FF2B5EF4-FFF2-40B4-BE49-F238E27FC236}">
                <a16:creationId xmlns:a16="http://schemas.microsoft.com/office/drawing/2014/main" id="{CA913D58-CDC6-F195-1256-4116B7B5DA91}"/>
              </a:ext>
            </a:extLst>
          </p:cNvPr>
          <p:cNvSpPr txBox="1"/>
          <p:nvPr/>
        </p:nvSpPr>
        <p:spPr>
          <a:xfrm>
            <a:off x="320746" y="770804"/>
            <a:ext cx="11169560" cy="60016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H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 b="1" dirty="0">
                <a:solidFill>
                  <a:schemeClr val="bg1"/>
                </a:solidFill>
                <a:latin typeface="Segoe UI"/>
                <a:cs typeface="Segoe UI"/>
              </a:rPr>
              <a:t>Questions</a:t>
            </a:r>
            <a:r>
              <a:rPr lang="hr-HR" sz="9600" b="1" dirty="0">
                <a:solidFill>
                  <a:schemeClr val="bg1"/>
                </a:solidFill>
                <a:latin typeface="Segoe UI"/>
                <a:cs typeface="Segoe UI"/>
              </a:rPr>
              <a:t>?</a:t>
            </a:r>
          </a:p>
          <a:p>
            <a:r>
              <a:rPr lang="en-US" sz="9600" b="1" dirty="0">
                <a:solidFill>
                  <a:schemeClr val="bg1"/>
                </a:solidFill>
                <a:latin typeface="Segoe UI"/>
                <a:cs typeface="Segoe UI"/>
              </a:rPr>
              <a:t>Comments</a:t>
            </a:r>
            <a:r>
              <a:rPr lang="hr-HR" sz="9600" b="1" dirty="0">
                <a:solidFill>
                  <a:schemeClr val="bg1"/>
                </a:solidFill>
                <a:latin typeface="Segoe UI"/>
                <a:cs typeface="Segoe UI"/>
              </a:rPr>
              <a:t>?</a:t>
            </a:r>
          </a:p>
          <a:p>
            <a:r>
              <a:rPr lang="en-US" sz="9600" b="1" dirty="0">
                <a:solidFill>
                  <a:schemeClr val="bg1"/>
                </a:solidFill>
                <a:latin typeface="Segoe UI"/>
                <a:cs typeface="Segoe UI"/>
              </a:rPr>
              <a:t>Critique</a:t>
            </a:r>
            <a:r>
              <a:rPr lang="hr-HR" sz="9600" b="1" dirty="0">
                <a:solidFill>
                  <a:schemeClr val="bg1"/>
                </a:solidFill>
                <a:latin typeface="Segoe UI"/>
                <a:cs typeface="Segoe UI"/>
              </a:rPr>
              <a:t>?</a:t>
            </a:r>
          </a:p>
          <a:p>
            <a:endParaRPr lang="hr-HR" sz="9600" b="1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686968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1">
            <a:extLst>
              <a:ext uri="{FF2B5EF4-FFF2-40B4-BE49-F238E27FC236}">
                <a16:creationId xmlns:a16="http://schemas.microsoft.com/office/drawing/2014/main" id="{CA913D58-CDC6-F195-1256-4116B7B5DA91}"/>
              </a:ext>
            </a:extLst>
          </p:cNvPr>
          <p:cNvSpPr txBox="1"/>
          <p:nvPr/>
        </p:nvSpPr>
        <p:spPr>
          <a:xfrm>
            <a:off x="4608945" y="586077"/>
            <a:ext cx="67333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H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 you!</a:t>
            </a:r>
            <a:endParaRPr lang="hr-HR" sz="96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1A57FE6-FE15-041B-441D-D82CC069B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073" y="3527807"/>
            <a:ext cx="9905999" cy="218296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Segoe UI"/>
                <a:ea typeface="+mj-lt"/>
                <a:cs typeface="Segoe UI"/>
              </a:rPr>
              <a:t>swekster@gmail.com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Calibri"/>
                <a:ea typeface="+mj-lt"/>
                <a:cs typeface="Calibri"/>
              </a:rPr>
              <a:t>@swekster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dirty="0">
                <a:solidFill>
                  <a:schemeClr val="bg1"/>
                </a:solidFill>
                <a:latin typeface="Calibri"/>
                <a:ea typeface="+mj-lt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https://youtube.com/@swekster</a:t>
            </a:r>
            <a:br>
              <a:rPr lang="en-US" sz="2400" dirty="0">
                <a:solidFill>
                  <a:schemeClr val="bg1"/>
                </a:solidFill>
                <a:latin typeface="Calibri"/>
                <a:ea typeface="+mj-lt"/>
                <a:cs typeface="Calibri"/>
              </a:rPr>
            </a:br>
            <a:r>
              <a:rPr lang="en-US" sz="2400" dirty="0">
                <a:solidFill>
                  <a:schemeClr val="bg1"/>
                </a:solidFill>
                <a:latin typeface="Calibri"/>
                <a:ea typeface="+mj-lt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https://github.com/sweko/wad-jwt</a:t>
            </a:r>
            <a:br>
              <a:rPr lang="en-US" sz="2400" dirty="0">
                <a:solidFill>
                  <a:schemeClr val="bg1"/>
                </a:solidFill>
                <a:latin typeface="Calibri Light"/>
                <a:ea typeface="+mj-lt"/>
                <a:cs typeface="Calibri Light"/>
              </a:rPr>
            </a:br>
            <a:endParaRPr lang="en-US" sz="2400" dirty="0">
              <a:latin typeface="Calibri"/>
              <a:ea typeface="+mj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8643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508</Words>
  <Application>Microsoft Office PowerPoint</Application>
  <PresentationFormat>Widescreen</PresentationFormat>
  <Paragraphs>82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Calibri Light</vt:lpstr>
      <vt:lpstr>Segoe Pro Light</vt:lpstr>
      <vt:lpstr>Segoe UI</vt:lpstr>
      <vt:lpstr>Segoe UI Light</vt:lpstr>
      <vt:lpstr>Segoe UI Semibold</vt:lpstr>
      <vt:lpstr>Segoe UI Semilight</vt:lpstr>
      <vt:lpstr>Office Theme</vt:lpstr>
      <vt:lpstr>PowerPoint Presentation</vt:lpstr>
      <vt:lpstr>&gt;whoami</vt:lpstr>
      <vt:lpstr>agenda();</vt:lpstr>
      <vt:lpstr>What are JWT's</vt:lpstr>
      <vt:lpstr>How are they  usually used?</vt:lpstr>
      <vt:lpstr>0. Using Sensitive Data inside a JWT </vt:lpstr>
      <vt:lpstr>1. Failing to validate JWT’s </vt:lpstr>
      <vt:lpstr>2. Validate JWT’s badly </vt:lpstr>
      <vt:lpstr>3. Bloating the JWT’s </vt:lpstr>
      <vt:lpstr>4. Messing up JWT expiration </vt:lpstr>
      <vt:lpstr>5. Implementing Stateless State </vt:lpstr>
      <vt:lpstr>Some more things </vt:lpstr>
      <vt:lpstr>PowerPoint Presentation</vt:lpstr>
      <vt:lpstr>swekster@gmail.com @swekster https://youtube.com/@swekster https://github.com/sweko/wad-jwt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Knežević</dc:creator>
  <cp:lastModifiedBy>Wekoslav Stefanovski</cp:lastModifiedBy>
  <cp:revision>1</cp:revision>
  <dcterms:created xsi:type="dcterms:W3CDTF">2022-02-03T11:59:38Z</dcterms:created>
  <dcterms:modified xsi:type="dcterms:W3CDTF">2026-07-05T17:26:20Z</dcterms:modified>
</cp:coreProperties>
</file>